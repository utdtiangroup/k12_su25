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36D3-59D4-FB28-21C9-C219382A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F5879-9E5C-0F38-3F57-E477F45C7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66C1-D4AA-310C-80FC-95A745EB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BFE6-28A0-2985-A448-3FAED27C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9B99A-A82B-D66B-46E1-06A089F0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2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8DB6-0B65-0C6A-C871-94DB1093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05A4-705F-F16D-571F-7AE084452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EFB2-FCCE-1F2E-C7F2-410EDC78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597AB-6051-E4E4-DDA7-0F1A6A1C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F24F3-E5F8-1D20-DE92-D8C950F1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9787-E1C3-8B14-9CBC-F1F977A2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A9CF9-9BEC-902B-3823-B0ACDCB1C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A0C31-7D7F-0FC7-6C74-003CCFFC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266B9-DACE-A230-4317-447B3482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6B175-84D6-2F32-3B80-4C8AB611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5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31EB-75E8-7172-413B-896B9863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D2D47-580D-FCFD-913E-689480D29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ED8B6-3418-D385-2F23-C1947A986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E5C61-C11B-6731-A112-593CCAA3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8D80F-2FC4-0644-EAEA-EC53D410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407E-9B62-94B5-A13A-8DE2A3F0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3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5996-93BA-E444-4514-F4E7A124A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00758-7F2C-1A44-5691-6DC9D61A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9AD9B-9182-E334-725C-F56793135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4E419-1B4C-DCCE-2338-69CD55C69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FB307-894F-E1FB-7B7D-6370261D6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19654B-2336-6389-E54E-136A1205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7102B-11D4-95A8-3D63-891880E3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A25C8-2BAD-3370-7FDD-36A7B21E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7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9086-EBD3-2773-4E46-C3E4D887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D88AB-93CC-0407-AB91-B43C3063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2F7C3-EE7F-537E-29A6-5588AC0A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3E229-4911-11CD-9558-36B303A4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6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26CB8-AA4E-92F9-0DE7-ED3CACC8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C7051-B601-E3B2-8246-B9964A52E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E3665-B644-EE6F-5133-AC1FB086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7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8065-4474-4763-36F0-AE092E0F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4D08E-146C-A1DE-CFF6-08363191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891FC-E7C0-09EE-4F97-41CFE13C4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C012E-2D52-6CDC-7DB5-2AF3471D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1784F-D089-B70C-35BB-21D0934A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8463A-7C76-E1AA-8AC5-AC74FEC8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A5A7-F9EE-D1BD-8ABE-DE9741F6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5E68A4-1C36-6635-0A55-1539EDB3E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B1157-1730-A29A-D4FF-AF60AB5DE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C1A7F-C897-3C47-4024-2EE4FA1B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74E80-96BC-6A08-3531-901CB20C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E81E5-4AE3-2498-87FE-B8D635A1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2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29D3-41BA-3C70-C295-9BC1FA333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9F557-1CE6-883B-6B5A-67986CEC2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78E8F-B8A5-DA47-2D55-FC004513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52ECD-9794-2678-B4F8-262EC1BB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3A28-DA3D-F852-9A8F-8FFB53E2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8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678E6-4DDC-09CF-2259-22C12BB23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7B1DA-2098-C958-C222-B0FAB6F0B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25C1-C147-A63B-22B7-7D4DB506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238B2-D7E0-66AA-A530-8936723A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C1CA2-C07D-7ABC-AE58-8A0F08B5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6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A3525-320B-74BC-A50F-89C3DA0B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AE4EC-8206-B8DF-E4C3-5CD1BBA2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5D22F-C7E0-1D67-FB3D-87212AE28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7AA84-A305-6442-94F7-FBD582E915F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79536-218F-C0CA-9A5B-03F2D9B1B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D5E32-604A-9648-68FA-6424A288F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74608-6394-2F46-886C-5CDED420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1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method/vg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003D-000F-0B60-977D-5A7873D7C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BatchNorm</a:t>
            </a:r>
            <a:r>
              <a:rPr lang="en-US" dirty="0"/>
              <a:t>, Dropout, and Transfer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3A34A-675D-0ECF-665E-DB42D83C1A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64C9-1C98-5FD9-25F2-DDC2E464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pic>
        <p:nvPicPr>
          <p:cNvPr id="5" name="Picture 4" descr="A yellow squares with black text&#10;&#10;Description automatically generated">
            <a:extLst>
              <a:ext uri="{FF2B5EF4-FFF2-40B4-BE49-F238E27FC236}">
                <a16:creationId xmlns:a16="http://schemas.microsoft.com/office/drawing/2014/main" id="{5A43753D-CEC4-CCC1-4C12-0E6EF325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30" y="1358168"/>
            <a:ext cx="3405442" cy="5097318"/>
          </a:xfrm>
          <a:prstGeom prst="rect">
            <a:avLst/>
          </a:prstGeom>
        </p:spPr>
      </p:pic>
      <p:pic>
        <p:nvPicPr>
          <p:cNvPr id="7" name="Picture 6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0FADE0A5-5199-7D06-C9CF-8D1B3BA37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4813750" cy="4100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E099AF-026B-9BD6-054E-663A78B8088C}"/>
              </a:ext>
            </a:extLst>
          </p:cNvPr>
          <p:cNvSpPr txBox="1"/>
          <p:nvPr/>
        </p:nvSpPr>
        <p:spPr>
          <a:xfrm>
            <a:off x="7029875" y="5929746"/>
            <a:ext cx="2945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Illustration of Normalization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7E02A-CE7C-53A1-F583-C0ED62C1E83A}"/>
              </a:ext>
            </a:extLst>
          </p:cNvPr>
          <p:cNvSpPr txBox="1"/>
          <p:nvPr/>
        </p:nvSpPr>
        <p:spPr>
          <a:xfrm>
            <a:off x="1862227" y="6587949"/>
            <a:ext cx="81451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Credits: https://</a:t>
            </a:r>
            <a:r>
              <a:rPr lang="en-US" sz="1000" dirty="0" err="1"/>
              <a:t>towardsdatascience.com</a:t>
            </a:r>
            <a:r>
              <a:rPr lang="en-US" sz="1000" dirty="0"/>
              <a:t>/batch-norm-explained-visually-how-it-works-and-why-neural-networks-need-it-b18919692739</a:t>
            </a:r>
          </a:p>
        </p:txBody>
      </p:sp>
    </p:spTree>
    <p:extLst>
      <p:ext uri="{BB962C8B-B14F-4D97-AF65-F5344CB8AC3E}">
        <p14:creationId xmlns:p14="http://schemas.microsoft.com/office/powerpoint/2010/main" val="413993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0CA1-A1DC-6308-AFDD-F57B9FCC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pic>
        <p:nvPicPr>
          <p:cNvPr id="5" name="Picture 4" descr="A diagram of a neural network&#10;&#10;Description automatically generated">
            <a:extLst>
              <a:ext uri="{FF2B5EF4-FFF2-40B4-BE49-F238E27FC236}">
                <a16:creationId xmlns:a16="http://schemas.microsoft.com/office/drawing/2014/main" id="{2B4EFBF6-A34D-D49D-2071-18B37F86B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0" y="1377950"/>
            <a:ext cx="7683500" cy="410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F2327D-248C-A911-2B01-F26C6064F35D}"/>
              </a:ext>
            </a:extLst>
          </p:cNvPr>
          <p:cNvSpPr txBox="1"/>
          <p:nvPr/>
        </p:nvSpPr>
        <p:spPr>
          <a:xfrm>
            <a:off x="3470922" y="6246654"/>
            <a:ext cx="5250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Credit: https://</a:t>
            </a:r>
            <a:r>
              <a:rPr lang="en-US" sz="1000" dirty="0" err="1"/>
              <a:t>towardsdatascience.com</a:t>
            </a:r>
            <a:r>
              <a:rPr lang="en-US" sz="1000" dirty="0"/>
              <a:t>/dropout-in-neural-networks-47a162d621d9</a:t>
            </a:r>
          </a:p>
        </p:txBody>
      </p:sp>
    </p:spTree>
    <p:extLst>
      <p:ext uri="{BB962C8B-B14F-4D97-AF65-F5344CB8AC3E}">
        <p14:creationId xmlns:p14="http://schemas.microsoft.com/office/powerpoint/2010/main" val="150448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D5EF-4E38-7D24-95DA-0C5FBCB2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 - VGG Architecture</a:t>
            </a:r>
          </a:p>
        </p:txBody>
      </p:sp>
      <p:pic>
        <p:nvPicPr>
          <p:cNvPr id="5" name="Picture 4" descr="A diagram of a box with numbers and a line of squares&#10;&#10;Description automatically generated with medium confidence">
            <a:extLst>
              <a:ext uri="{FF2B5EF4-FFF2-40B4-BE49-F238E27FC236}">
                <a16:creationId xmlns:a16="http://schemas.microsoft.com/office/drawing/2014/main" id="{459F0AF2-9772-2832-E8B3-D86D73C6B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44359" cy="366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70EBB9-3287-B378-6A56-453A6EDE46B9}"/>
              </a:ext>
            </a:extLst>
          </p:cNvPr>
          <p:cNvSpPr txBox="1"/>
          <p:nvPr/>
        </p:nvSpPr>
        <p:spPr>
          <a:xfrm>
            <a:off x="2781626" y="5458691"/>
            <a:ext cx="235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VGG-Net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29B4B-52BA-13C3-B5F9-16879D9B519E}"/>
              </a:ext>
            </a:extLst>
          </p:cNvPr>
          <p:cNvSpPr txBox="1"/>
          <p:nvPr/>
        </p:nvSpPr>
        <p:spPr>
          <a:xfrm>
            <a:off x="7082560" y="2895600"/>
            <a:ext cx="4998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Paper Title :</a:t>
            </a:r>
            <a:r>
              <a:rPr lang="en-US" dirty="0"/>
              <a:t> Very Deep Convolutional Networks For Large-Scale Image Recognition</a:t>
            </a:r>
          </a:p>
          <a:p>
            <a:r>
              <a:rPr lang="en-US" b="1" dirty="0"/>
              <a:t>Conference : </a:t>
            </a:r>
            <a:r>
              <a:rPr lang="en-US" dirty="0"/>
              <a:t>ICLR 2015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9DC7E-11BE-15F4-0430-DB27B08C8915}"/>
              </a:ext>
            </a:extLst>
          </p:cNvPr>
          <p:cNvSpPr txBox="1"/>
          <p:nvPr/>
        </p:nvSpPr>
        <p:spPr>
          <a:xfrm>
            <a:off x="2273479" y="6044376"/>
            <a:ext cx="7645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Credit : </a:t>
            </a:r>
            <a:r>
              <a:rPr lang="en-US" sz="1000" dirty="0">
                <a:hlinkClick r:id="rId3"/>
              </a:rPr>
              <a:t>https://paperswithcode.com/method/vgg</a:t>
            </a:r>
            <a:endParaRPr lang="en-US" sz="1000" dirty="0"/>
          </a:p>
          <a:p>
            <a:r>
              <a:rPr lang="en-US" sz="1000" dirty="0"/>
              <a:t>Paper Link : https://</a:t>
            </a:r>
            <a:r>
              <a:rPr lang="en-US" sz="1000" dirty="0" err="1"/>
              <a:t>ora.ox.ac.uk</a:t>
            </a:r>
            <a:r>
              <a:rPr lang="en-US" sz="1000" dirty="0"/>
              <a:t>/objects/uuid:60713f18-a6d1-4d97-8f45-b60ad8aebbce/files/m8c05832586c47c4e0f88fd58ebd22c0d</a:t>
            </a:r>
          </a:p>
        </p:txBody>
      </p:sp>
    </p:spTree>
    <p:extLst>
      <p:ext uri="{BB962C8B-B14F-4D97-AF65-F5344CB8AC3E}">
        <p14:creationId xmlns:p14="http://schemas.microsoft.com/office/powerpoint/2010/main" val="166013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AEDD-5749-30E0-A8CE-C1104682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 – </a:t>
            </a:r>
            <a:r>
              <a:rPr lang="en-US" dirty="0" err="1"/>
              <a:t>VGGish</a:t>
            </a:r>
            <a:r>
              <a:rPr lang="en-US" dirty="0"/>
              <a:t> Implementation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2C9E0-732F-2E66-CEEB-BA26577AB1D5}"/>
              </a:ext>
            </a:extLst>
          </p:cNvPr>
          <p:cNvSpPr txBox="1"/>
          <p:nvPr/>
        </p:nvSpPr>
        <p:spPr>
          <a:xfrm>
            <a:off x="838200" y="2618509"/>
            <a:ext cx="8470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Implementation Interface : https://</a:t>
            </a:r>
            <a:r>
              <a:rPr lang="en-US" dirty="0" err="1"/>
              <a:t>pytorch.org</a:t>
            </a:r>
            <a:r>
              <a:rPr lang="en-US" dirty="0"/>
              <a:t>/audio/main/</a:t>
            </a:r>
            <a:r>
              <a:rPr lang="en-US" dirty="0" err="1"/>
              <a:t>prototype.pipelines.html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FB16D-FD00-CC97-08AF-39D8761A93D7}"/>
              </a:ext>
            </a:extLst>
          </p:cNvPr>
          <p:cNvSpPr txBox="1"/>
          <p:nvPr/>
        </p:nvSpPr>
        <p:spPr>
          <a:xfrm>
            <a:off x="924791" y="3782291"/>
            <a:ext cx="6847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Paper Title : CNN Architectures for Large-Scale Audio Classification</a:t>
            </a:r>
          </a:p>
          <a:p>
            <a:r>
              <a:rPr lang="en-US" dirty="0"/>
              <a:t>Conference : ICASSP 2017</a:t>
            </a:r>
          </a:p>
          <a:p>
            <a:r>
              <a:rPr lang="en-US" dirty="0"/>
              <a:t>Paper Link : https://</a:t>
            </a:r>
            <a:r>
              <a:rPr lang="en-US" dirty="0" err="1"/>
              <a:t>arxiv.org</a:t>
            </a:r>
            <a:r>
              <a:rPr lang="en-US" dirty="0"/>
              <a:t>/pdf/1609.09430</a:t>
            </a:r>
          </a:p>
        </p:txBody>
      </p:sp>
    </p:spTree>
    <p:extLst>
      <p:ext uri="{BB962C8B-B14F-4D97-AF65-F5344CB8AC3E}">
        <p14:creationId xmlns:p14="http://schemas.microsoft.com/office/powerpoint/2010/main" val="160538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138</Words>
  <Application>Microsoft Macintosh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BatchNorm, Dropout, and Transfer Learning</vt:lpstr>
      <vt:lpstr>Batch Normalization</vt:lpstr>
      <vt:lpstr>Dropout</vt:lpstr>
      <vt:lpstr>Transfer Learning - VGG Architecture</vt:lpstr>
      <vt:lpstr>Transfer Learning – VGGish Implementation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19</cp:revision>
  <dcterms:created xsi:type="dcterms:W3CDTF">2024-06-20T04:15:17Z</dcterms:created>
  <dcterms:modified xsi:type="dcterms:W3CDTF">2024-06-20T20:02:33Z</dcterms:modified>
</cp:coreProperties>
</file>