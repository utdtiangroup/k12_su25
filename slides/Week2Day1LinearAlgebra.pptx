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7" r:id="rId3"/>
    <p:sldId id="260" r:id="rId4"/>
    <p:sldId id="261" r:id="rId5"/>
    <p:sldId id="262" r:id="rId6"/>
    <p:sldId id="266" r:id="rId7"/>
    <p:sldId id="267" r:id="rId8"/>
    <p:sldId id="268" r:id="rId9"/>
    <p:sldId id="269" r:id="rId10"/>
    <p:sldId id="270" r:id="rId11"/>
    <p:sldId id="271" r:id="rId12"/>
    <p:sldId id="263" r:id="rId13"/>
    <p:sldId id="25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06484F-5761-4956-ABE6-3ECDF9892181}" v="1479" dt="2023-06-12T12:24:14.815"/>
    <p1510:client id="{252CD238-63C3-48F8-9931-9B1F61D63CCA}" v="258" dt="2023-06-11T20:32:46.389"/>
    <p1510:client id="{31035C51-BB67-4E0B-BF8B-AC0D66F3C9F8}" v="1" dt="2023-06-11T19:46:07.121"/>
    <p1510:client id="{38ED021B-0C0A-4201-AB26-5E247DE534EF}" v="44" dt="2023-06-12T13:05:07.847"/>
    <p1510:client id="{85EE503E-C78D-4B5F-B933-2B6DC2868D35}" v="1497" dt="2023-06-12T03:20:57.634"/>
    <p1510:client id="{8D5852DC-7237-4420-A30F-92FD1C9AD8D9}" v="70" dt="2023-06-11T15:21:04.807"/>
    <p1510:client id="{BBCC2942-F2F9-4487-8A58-EC02FE2EAACC}" v="536" dt="2023-06-11T19:32:24.309"/>
    <p1510:client id="{D479E803-ED26-468F-9DCC-BA89B162E742}" v="6" dt="2023-06-11T15:32:34.768"/>
    <p1510:client id="{E0284C67-B06C-4634-81FF-54BAED1E7AC4}" v="967" dt="2023-06-11T21:57:54.744"/>
    <p1510:client id="{FF1D40DA-6BDD-454D-A384-77578317D984}" v="12" dt="2023-06-11T18:13:46.6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/>
    <p:restoredTop sz="94810"/>
  </p:normalViewPr>
  <p:slideViewPr>
    <p:cSldViewPr snapToGrid="0">
      <p:cViewPr varScale="1">
        <p:scale>
          <a:sx n="112" d="100"/>
          <a:sy n="112" d="100"/>
        </p:scale>
        <p:origin x="600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 Sai Nagender Vasireddy" userId="uYCnjPpBgMg6RgHbw9fc4TXQxlFkerQmdP2dxZZTDbY=" providerId="None" clId="Web-{31035C51-BB67-4E0B-BF8B-AC0D66F3C9F8}"/>
    <pc:docChg chg="addSld">
      <pc:chgData name="Siva Sai Nagender Vasireddy" userId="uYCnjPpBgMg6RgHbw9fc4TXQxlFkerQmdP2dxZZTDbY=" providerId="None" clId="Web-{31035C51-BB67-4E0B-BF8B-AC0D66F3C9F8}" dt="2023-06-11T19:46:07.121" v="0"/>
      <pc:docMkLst>
        <pc:docMk/>
      </pc:docMkLst>
      <pc:sldChg chg="new">
        <pc:chgData name="Siva Sai Nagender Vasireddy" userId="uYCnjPpBgMg6RgHbw9fc4TXQxlFkerQmdP2dxZZTDbY=" providerId="None" clId="Web-{31035C51-BB67-4E0B-BF8B-AC0D66F3C9F8}" dt="2023-06-11T19:46:07.121" v="0"/>
        <pc:sldMkLst>
          <pc:docMk/>
          <pc:sldMk cId="3579726133" sldId="259"/>
        </pc:sldMkLst>
      </pc:sldChg>
    </pc:docChg>
  </pc:docChgLst>
  <pc:docChgLst>
    <pc:chgData name="Siva Sai Nagender Vasireddy" userId="uYCnjPpBgMg6RgHbw9fc4TXQxlFkerQmdP2dxZZTDbY=" providerId="None" clId="Web-{252CD238-63C3-48F8-9931-9B1F61D63CCA}"/>
    <pc:docChg chg="modSld">
      <pc:chgData name="Siva Sai Nagender Vasireddy" userId="uYCnjPpBgMg6RgHbw9fc4TXQxlFkerQmdP2dxZZTDbY=" providerId="None" clId="Web-{252CD238-63C3-48F8-9931-9B1F61D63CCA}" dt="2023-06-11T19:54:14.574" v="51"/>
      <pc:docMkLst>
        <pc:docMk/>
      </pc:docMkLst>
      <pc:sldChg chg="addSp modSp">
        <pc:chgData name="Siva Sai Nagender Vasireddy" userId="uYCnjPpBgMg6RgHbw9fc4TXQxlFkerQmdP2dxZZTDbY=" providerId="None" clId="Web-{252CD238-63C3-48F8-9931-9B1F61D63CCA}" dt="2023-06-11T19:54:14.574" v="51"/>
        <pc:sldMkLst>
          <pc:docMk/>
          <pc:sldMk cId="3579726133" sldId="259"/>
        </pc:sldMkLst>
        <pc:spChg chg="mod">
          <ac:chgData name="Siva Sai Nagender Vasireddy" userId="uYCnjPpBgMg6RgHbw9fc4TXQxlFkerQmdP2dxZZTDbY=" providerId="None" clId="Web-{252CD238-63C3-48F8-9931-9B1F61D63CCA}" dt="2023-06-11T19:47:15.402" v="1" actId="20577"/>
          <ac:spMkLst>
            <pc:docMk/>
            <pc:sldMk cId="3579726133" sldId="259"/>
            <ac:spMk id="2" creationId="{E034C3A9-5EC8-CFA8-BAF9-95843CAA2ED4}"/>
          </ac:spMkLst>
        </pc:spChg>
        <pc:spChg chg="mod">
          <ac:chgData name="Siva Sai Nagender Vasireddy" userId="uYCnjPpBgMg6RgHbw9fc4TXQxlFkerQmdP2dxZZTDbY=" providerId="None" clId="Web-{252CD238-63C3-48F8-9931-9B1F61D63CCA}" dt="2023-06-11T19:48:34.811" v="9" actId="20577"/>
          <ac:spMkLst>
            <pc:docMk/>
            <pc:sldMk cId="3579726133" sldId="259"/>
            <ac:spMk id="3" creationId="{2031F8E3-1BFB-F695-81C7-B487C3F702B7}"/>
          </ac:spMkLst>
        </pc:spChg>
        <pc:spChg chg="add mod">
          <ac:chgData name="Siva Sai Nagender Vasireddy" userId="uYCnjPpBgMg6RgHbw9fc4TXQxlFkerQmdP2dxZZTDbY=" providerId="None" clId="Web-{252CD238-63C3-48F8-9931-9B1F61D63CCA}" dt="2023-06-11T19:52:06.945" v="40" actId="14100"/>
          <ac:spMkLst>
            <pc:docMk/>
            <pc:sldMk cId="3579726133" sldId="259"/>
            <ac:spMk id="4" creationId="{6E842271-FA00-5409-89D0-DBDE1BB95422}"/>
          </ac:spMkLst>
        </pc:spChg>
        <pc:spChg chg="add mod">
          <ac:chgData name="Siva Sai Nagender Vasireddy" userId="uYCnjPpBgMg6RgHbw9fc4TXQxlFkerQmdP2dxZZTDbY=" providerId="None" clId="Web-{252CD238-63C3-48F8-9931-9B1F61D63CCA}" dt="2023-06-11T19:51:50.507" v="37" actId="1076"/>
          <ac:spMkLst>
            <pc:docMk/>
            <pc:sldMk cId="3579726133" sldId="259"/>
            <ac:spMk id="5" creationId="{B7615F00-B631-122F-9D76-42FB67D42A0F}"/>
          </ac:spMkLst>
        </pc:spChg>
        <pc:spChg chg="add mod">
          <ac:chgData name="Siva Sai Nagender Vasireddy" userId="uYCnjPpBgMg6RgHbw9fc4TXQxlFkerQmdP2dxZZTDbY=" providerId="None" clId="Web-{252CD238-63C3-48F8-9931-9B1F61D63CCA}" dt="2023-06-11T19:53:31.573" v="45"/>
          <ac:spMkLst>
            <pc:docMk/>
            <pc:sldMk cId="3579726133" sldId="259"/>
            <ac:spMk id="6" creationId="{2A51078E-7ED0-9B51-09E0-EBEFDDC4B9A5}"/>
          </ac:spMkLst>
        </pc:spChg>
        <pc:spChg chg="add mod">
          <ac:chgData name="Siva Sai Nagender Vasireddy" userId="uYCnjPpBgMg6RgHbw9fc4TXQxlFkerQmdP2dxZZTDbY=" providerId="None" clId="Web-{252CD238-63C3-48F8-9931-9B1F61D63CCA}" dt="2023-06-11T19:54:02.386" v="50"/>
          <ac:spMkLst>
            <pc:docMk/>
            <pc:sldMk cId="3579726133" sldId="259"/>
            <ac:spMk id="7" creationId="{CF43F7DB-C0C6-C8CB-54C0-B7061E97B8DB}"/>
          </ac:spMkLst>
        </pc:spChg>
        <pc:grpChg chg="add">
          <ac:chgData name="Siva Sai Nagender Vasireddy" userId="uYCnjPpBgMg6RgHbw9fc4TXQxlFkerQmdP2dxZZTDbY=" providerId="None" clId="Web-{252CD238-63C3-48F8-9931-9B1F61D63CCA}" dt="2023-06-11T19:54:14.574" v="51"/>
          <ac:grpSpMkLst>
            <pc:docMk/>
            <pc:sldMk cId="3579726133" sldId="259"/>
            <ac:grpSpMk id="8" creationId="{07108836-F5E9-C410-54F0-5AD4170F6447}"/>
          </ac:grpSpMkLst>
        </pc:grpChg>
      </pc:sldChg>
    </pc:docChg>
  </pc:docChgLst>
  <pc:docChgLst>
    <pc:chgData name="Siva Sai Nagender Vasireddy" clId="Web-{D479E803-ED26-468F-9DCC-BA89B162E742}"/>
    <pc:docChg chg="addSld modSld">
      <pc:chgData name="Siva Sai Nagender Vasireddy" userId="" providerId="" clId="Web-{D479E803-ED26-468F-9DCC-BA89B162E742}" dt="2023-06-11T15:32:34.768" v="5" actId="20577"/>
      <pc:docMkLst>
        <pc:docMk/>
      </pc:docMkLst>
      <pc:sldChg chg="modSp new">
        <pc:chgData name="Siva Sai Nagender Vasireddy" userId="" providerId="" clId="Web-{D479E803-ED26-468F-9DCC-BA89B162E742}" dt="2023-06-11T15:32:34.768" v="5" actId="20577"/>
        <pc:sldMkLst>
          <pc:docMk/>
          <pc:sldMk cId="2975023013" sldId="258"/>
        </pc:sldMkLst>
        <pc:spChg chg="mod">
          <ac:chgData name="Siva Sai Nagender Vasireddy" userId="" providerId="" clId="Web-{D479E803-ED26-468F-9DCC-BA89B162E742}" dt="2023-06-11T15:29:05.854" v="3" actId="20577"/>
          <ac:spMkLst>
            <pc:docMk/>
            <pc:sldMk cId="2975023013" sldId="258"/>
            <ac:spMk id="2" creationId="{E2A29911-2655-A670-6CB3-43AE31A9E00B}"/>
          </ac:spMkLst>
        </pc:spChg>
        <pc:spChg chg="mod">
          <ac:chgData name="Siva Sai Nagender Vasireddy" userId="" providerId="" clId="Web-{D479E803-ED26-468F-9DCC-BA89B162E742}" dt="2023-06-11T15:32:34.768" v="5" actId="20577"/>
          <ac:spMkLst>
            <pc:docMk/>
            <pc:sldMk cId="2975023013" sldId="258"/>
            <ac:spMk id="3" creationId="{AE7A4467-1E9D-BCE7-F960-BC99F7DFBC05}"/>
          </ac:spMkLst>
        </pc:spChg>
      </pc:sldChg>
    </pc:docChg>
  </pc:docChgLst>
  <pc:docChgLst>
    <pc:chgData name="Siva Sai Nagender Vasireddy" userId="uYCnjPpBgMg6RgHbw9fc4TXQxlFkerQmdP2dxZZTDbY=" providerId="None" clId="Web-{85EE503E-C78D-4B5F-B933-2B6DC2868D35}"/>
    <pc:docChg chg="addSld delSld modSld">
      <pc:chgData name="Siva Sai Nagender Vasireddy" userId="uYCnjPpBgMg6RgHbw9fc4TXQxlFkerQmdP2dxZZTDbY=" providerId="None" clId="Web-{85EE503E-C78D-4B5F-B933-2B6DC2868D35}" dt="2023-06-12T03:20:57.634" v="1093" actId="20577"/>
      <pc:docMkLst>
        <pc:docMk/>
      </pc:docMkLst>
      <pc:sldChg chg="modSp">
        <pc:chgData name="Siva Sai Nagender Vasireddy" userId="uYCnjPpBgMg6RgHbw9fc4TXQxlFkerQmdP2dxZZTDbY=" providerId="None" clId="Web-{85EE503E-C78D-4B5F-B933-2B6DC2868D35}" dt="2023-06-12T03:20:57.634" v="1093" actId="20577"/>
        <pc:sldMkLst>
          <pc:docMk/>
          <pc:sldMk cId="437064208" sldId="263"/>
        </pc:sldMkLst>
        <pc:spChg chg="mod">
          <ac:chgData name="Siva Sai Nagender Vasireddy" userId="uYCnjPpBgMg6RgHbw9fc4TXQxlFkerQmdP2dxZZTDbY=" providerId="None" clId="Web-{85EE503E-C78D-4B5F-B933-2B6DC2868D35}" dt="2023-06-12T03:20:41.446" v="1071" actId="20577"/>
          <ac:spMkLst>
            <pc:docMk/>
            <pc:sldMk cId="437064208" sldId="263"/>
            <ac:spMk id="2" creationId="{23DD6819-0471-0720-D403-FF115AA666D8}"/>
          </ac:spMkLst>
        </pc:spChg>
        <pc:spChg chg="mod">
          <ac:chgData name="Siva Sai Nagender Vasireddy" userId="uYCnjPpBgMg6RgHbw9fc4TXQxlFkerQmdP2dxZZTDbY=" providerId="None" clId="Web-{85EE503E-C78D-4B5F-B933-2B6DC2868D35}" dt="2023-06-12T03:20:57.634" v="1093" actId="20577"/>
          <ac:spMkLst>
            <pc:docMk/>
            <pc:sldMk cId="437064208" sldId="263"/>
            <ac:spMk id="3" creationId="{8F708E51-002A-E57D-0687-2B31F2D2C312}"/>
          </ac:spMkLst>
        </pc:spChg>
      </pc:sldChg>
      <pc:sldChg chg="addSp delSp modSp">
        <pc:chgData name="Siva Sai Nagender Vasireddy" userId="uYCnjPpBgMg6RgHbw9fc4TXQxlFkerQmdP2dxZZTDbY=" providerId="None" clId="Web-{85EE503E-C78D-4B5F-B933-2B6DC2868D35}" dt="2023-06-12T01:35:49.060" v="44" actId="1076"/>
        <pc:sldMkLst>
          <pc:docMk/>
          <pc:sldMk cId="3493412859" sldId="266"/>
        </pc:sldMkLst>
        <pc:spChg chg="mod">
          <ac:chgData name="Siva Sai Nagender Vasireddy" userId="uYCnjPpBgMg6RgHbw9fc4TXQxlFkerQmdP2dxZZTDbY=" providerId="None" clId="Web-{85EE503E-C78D-4B5F-B933-2B6DC2868D35}" dt="2023-06-12T01:35:15.746" v="40" actId="20577"/>
          <ac:spMkLst>
            <pc:docMk/>
            <pc:sldMk cId="3493412859" sldId="266"/>
            <ac:spMk id="2" creationId="{ABBD04C3-8576-AA20-231C-93B4B5E7C089}"/>
          </ac:spMkLst>
        </pc:spChg>
        <pc:spChg chg="mod">
          <ac:chgData name="Siva Sai Nagender Vasireddy" userId="uYCnjPpBgMg6RgHbw9fc4TXQxlFkerQmdP2dxZZTDbY=" providerId="None" clId="Web-{85EE503E-C78D-4B5F-B933-2B6DC2868D35}" dt="2023-06-12T01:34:36.776" v="25" actId="14100"/>
          <ac:spMkLst>
            <pc:docMk/>
            <pc:sldMk cId="3493412859" sldId="266"/>
            <ac:spMk id="17" creationId="{BE94B394-B111-FDCE-D73D-05728DC46750}"/>
          </ac:spMkLst>
        </pc:spChg>
        <pc:spChg chg="mod">
          <ac:chgData name="Siva Sai Nagender Vasireddy" userId="uYCnjPpBgMg6RgHbw9fc4TXQxlFkerQmdP2dxZZTDbY=" providerId="None" clId="Web-{85EE503E-C78D-4B5F-B933-2B6DC2868D35}" dt="2023-06-12T01:35:49.060" v="44" actId="1076"/>
          <ac:spMkLst>
            <pc:docMk/>
            <pc:sldMk cId="3493412859" sldId="266"/>
            <ac:spMk id="43" creationId="{A02DE857-27FF-B295-3DA1-4F1CF3E437BB}"/>
          </ac:spMkLst>
        </pc:spChg>
        <pc:spChg chg="del">
          <ac:chgData name="Siva Sai Nagender Vasireddy" userId="uYCnjPpBgMg6RgHbw9fc4TXQxlFkerQmdP2dxZZTDbY=" providerId="None" clId="Web-{85EE503E-C78D-4B5F-B933-2B6DC2868D35}" dt="2023-06-12T01:35:33.340" v="42"/>
          <ac:spMkLst>
            <pc:docMk/>
            <pc:sldMk cId="3493412859" sldId="266"/>
            <ac:spMk id="44" creationId="{E0CBCD49-1560-5656-CF0D-65EB630B4C8A}"/>
          </ac:spMkLst>
        </pc:spChg>
        <pc:grpChg chg="add del mod">
          <ac:chgData name="Siva Sai Nagender Vasireddy" userId="uYCnjPpBgMg6RgHbw9fc4TXQxlFkerQmdP2dxZZTDbY=" providerId="None" clId="Web-{85EE503E-C78D-4B5F-B933-2B6DC2868D35}" dt="2023-06-12T01:34:42.714" v="27"/>
          <ac:grpSpMkLst>
            <pc:docMk/>
            <pc:sldMk cId="3493412859" sldId="266"/>
            <ac:grpSpMk id="3" creationId="{C0BB69A1-ADC0-5AA2-32F4-82219550A3EE}"/>
          </ac:grpSpMkLst>
        </pc:grpChg>
        <pc:grpChg chg="mod">
          <ac:chgData name="Siva Sai Nagender Vasireddy" userId="uYCnjPpBgMg6RgHbw9fc4TXQxlFkerQmdP2dxZZTDbY=" providerId="None" clId="Web-{85EE503E-C78D-4B5F-B933-2B6DC2868D35}" dt="2023-06-12T01:34:55.152" v="35" actId="1076"/>
          <ac:grpSpMkLst>
            <pc:docMk/>
            <pc:sldMk cId="3493412859" sldId="266"/>
            <ac:grpSpMk id="16" creationId="{D5E9206E-7BCC-969A-387D-A7E999C7D6C4}"/>
          </ac:grpSpMkLst>
        </pc:grpChg>
        <pc:grpChg chg="mod">
          <ac:chgData name="Siva Sai Nagender Vasireddy" userId="uYCnjPpBgMg6RgHbw9fc4TXQxlFkerQmdP2dxZZTDbY=" providerId="None" clId="Web-{85EE503E-C78D-4B5F-B933-2B6DC2868D35}" dt="2023-06-12T01:34:55.152" v="34" actId="1076"/>
          <ac:grpSpMkLst>
            <pc:docMk/>
            <pc:sldMk cId="3493412859" sldId="266"/>
            <ac:grpSpMk id="29" creationId="{BCCECF4D-4132-3B59-D29F-805080CFD916}"/>
          </ac:grpSpMkLst>
        </pc:grpChg>
        <pc:grpChg chg="mod">
          <ac:chgData name="Siva Sai Nagender Vasireddy" userId="uYCnjPpBgMg6RgHbw9fc4TXQxlFkerQmdP2dxZZTDbY=" providerId="None" clId="Web-{85EE503E-C78D-4B5F-B933-2B6DC2868D35}" dt="2023-06-12T01:34:55.136" v="33" actId="1076"/>
          <ac:grpSpMkLst>
            <pc:docMk/>
            <pc:sldMk cId="3493412859" sldId="266"/>
            <ac:grpSpMk id="30" creationId="{FF3AB2E8-3959-4899-FC58-FBED4A905627}"/>
          </ac:grpSpMkLst>
        </pc:grpChg>
      </pc:sldChg>
      <pc:sldChg chg="addSp delSp modSp add replId">
        <pc:chgData name="Siva Sai Nagender Vasireddy" userId="uYCnjPpBgMg6RgHbw9fc4TXQxlFkerQmdP2dxZZTDbY=" providerId="None" clId="Web-{85EE503E-C78D-4B5F-B933-2B6DC2868D35}" dt="2023-06-12T01:42:17.695" v="90" actId="20577"/>
        <pc:sldMkLst>
          <pc:docMk/>
          <pc:sldMk cId="1893347939" sldId="267"/>
        </pc:sldMkLst>
        <pc:spChg chg="mod">
          <ac:chgData name="Siva Sai Nagender Vasireddy" userId="uYCnjPpBgMg6RgHbw9fc4TXQxlFkerQmdP2dxZZTDbY=" providerId="None" clId="Web-{85EE503E-C78D-4B5F-B933-2B6DC2868D35}" dt="2023-06-12T01:42:17.695" v="90" actId="20577"/>
          <ac:spMkLst>
            <pc:docMk/>
            <pc:sldMk cId="1893347939" sldId="267"/>
            <ac:spMk id="2" creationId="{ABBD04C3-8576-AA20-231C-93B4B5E7C089}"/>
          </ac:spMkLst>
        </pc:spChg>
        <pc:spChg chg="add mod">
          <ac:chgData name="Siva Sai Nagender Vasireddy" userId="uYCnjPpBgMg6RgHbw9fc4TXQxlFkerQmdP2dxZZTDbY=" providerId="None" clId="Web-{85EE503E-C78D-4B5F-B933-2B6DC2868D35}" dt="2023-06-12T01:39:14.409" v="68" actId="1076"/>
          <ac:spMkLst>
            <pc:docMk/>
            <pc:sldMk cId="1893347939" sldId="267"/>
            <ac:spMk id="3" creationId="{6A0E2F0A-2807-9E5F-07C7-80F7FE82BF75}"/>
          </ac:spMkLst>
        </pc:spChg>
        <pc:spChg chg="add mod">
          <ac:chgData name="Siva Sai Nagender Vasireddy" userId="uYCnjPpBgMg6RgHbw9fc4TXQxlFkerQmdP2dxZZTDbY=" providerId="None" clId="Web-{85EE503E-C78D-4B5F-B933-2B6DC2868D35}" dt="2023-06-12T01:40:19.458" v="77" actId="1076"/>
          <ac:spMkLst>
            <pc:docMk/>
            <pc:sldMk cId="1893347939" sldId="267"/>
            <ac:spMk id="4" creationId="{EAEDF923-3254-427C-D11F-CB8EA9CB98ED}"/>
          </ac:spMkLst>
        </pc:spChg>
        <pc:spChg chg="mod">
          <ac:chgData name="Siva Sai Nagender Vasireddy" userId="uYCnjPpBgMg6RgHbw9fc4TXQxlFkerQmdP2dxZZTDbY=" providerId="None" clId="Web-{85EE503E-C78D-4B5F-B933-2B6DC2868D35}" dt="2023-06-12T01:41:49.648" v="81" actId="20577"/>
          <ac:spMkLst>
            <pc:docMk/>
            <pc:sldMk cId="1893347939" sldId="267"/>
            <ac:spMk id="20" creationId="{E2C90D59-E9DA-4D0F-21B4-80CCE628BEA3}"/>
          </ac:spMkLst>
        </pc:spChg>
        <pc:spChg chg="mod">
          <ac:chgData name="Siva Sai Nagender Vasireddy" userId="uYCnjPpBgMg6RgHbw9fc4TXQxlFkerQmdP2dxZZTDbY=" providerId="None" clId="Web-{85EE503E-C78D-4B5F-B933-2B6DC2868D35}" dt="2023-06-12T01:41:57.960" v="85" actId="20577"/>
          <ac:spMkLst>
            <pc:docMk/>
            <pc:sldMk cId="1893347939" sldId="267"/>
            <ac:spMk id="33" creationId="{E5B29DB2-6EDE-E10E-6780-33207FD09ECE}"/>
          </ac:spMkLst>
        </pc:spChg>
        <pc:spChg chg="del">
          <ac:chgData name="Siva Sai Nagender Vasireddy" userId="uYCnjPpBgMg6RgHbw9fc4TXQxlFkerQmdP2dxZZTDbY=" providerId="None" clId="Web-{85EE503E-C78D-4B5F-B933-2B6DC2868D35}" dt="2023-06-12T01:35:55.857" v="45"/>
          <ac:spMkLst>
            <pc:docMk/>
            <pc:sldMk cId="1893347939" sldId="267"/>
            <ac:spMk id="43" creationId="{A02DE857-27FF-B295-3DA1-4F1CF3E437BB}"/>
          </ac:spMkLst>
        </pc:spChg>
        <pc:spChg chg="mod">
          <ac:chgData name="Siva Sai Nagender Vasireddy" userId="uYCnjPpBgMg6RgHbw9fc4TXQxlFkerQmdP2dxZZTDbY=" providerId="None" clId="Web-{85EE503E-C78D-4B5F-B933-2B6DC2868D35}" dt="2023-06-12T01:36:09.904" v="47" actId="1076"/>
          <ac:spMkLst>
            <pc:docMk/>
            <pc:sldMk cId="1893347939" sldId="267"/>
            <ac:spMk id="44" creationId="{E0CBCD49-1560-5656-CF0D-65EB630B4C8A}"/>
          </ac:spMkLst>
        </pc:spChg>
      </pc:sldChg>
      <pc:sldChg chg="addSp delSp modSp new">
        <pc:chgData name="Siva Sai Nagender Vasireddy" userId="uYCnjPpBgMg6RgHbw9fc4TXQxlFkerQmdP2dxZZTDbY=" providerId="None" clId="Web-{85EE503E-C78D-4B5F-B933-2B6DC2868D35}" dt="2023-06-12T02:20:54.797" v="495" actId="14100"/>
        <pc:sldMkLst>
          <pc:docMk/>
          <pc:sldMk cId="3028441033" sldId="268"/>
        </pc:sldMkLst>
        <pc:spChg chg="mod">
          <ac:chgData name="Siva Sai Nagender Vasireddy" userId="uYCnjPpBgMg6RgHbw9fc4TXQxlFkerQmdP2dxZZTDbY=" providerId="None" clId="Web-{85EE503E-C78D-4B5F-B933-2B6DC2868D35}" dt="2023-06-12T01:43:02.369" v="103" actId="20577"/>
          <ac:spMkLst>
            <pc:docMk/>
            <pc:sldMk cId="3028441033" sldId="268"/>
            <ac:spMk id="2" creationId="{79E947A5-D1A5-B0C1-1FFD-FBBDD93039B9}"/>
          </ac:spMkLst>
        </pc:spChg>
        <pc:spChg chg="del">
          <ac:chgData name="Siva Sai Nagender Vasireddy" userId="uYCnjPpBgMg6RgHbw9fc4TXQxlFkerQmdP2dxZZTDbY=" providerId="None" clId="Web-{85EE503E-C78D-4B5F-B933-2B6DC2868D35}" dt="2023-06-12T01:44:32.340" v="104"/>
          <ac:spMkLst>
            <pc:docMk/>
            <pc:sldMk cId="3028441033" sldId="268"/>
            <ac:spMk id="3" creationId="{EE031724-37F8-528E-4B12-423AE517601A}"/>
          </ac:spMkLst>
        </pc:spChg>
        <pc:spChg chg="add mod">
          <ac:chgData name="Siva Sai Nagender Vasireddy" userId="uYCnjPpBgMg6RgHbw9fc4TXQxlFkerQmdP2dxZZTDbY=" providerId="None" clId="Web-{85EE503E-C78D-4B5F-B933-2B6DC2868D35}" dt="2023-06-12T01:44:41.840" v="107" actId="1076"/>
          <ac:spMkLst>
            <pc:docMk/>
            <pc:sldMk cId="3028441033" sldId="268"/>
            <ac:spMk id="5" creationId="{968046FC-3FFB-8026-576B-86C32DF247EE}"/>
          </ac:spMkLst>
        </pc:spChg>
        <pc:spChg chg="add mod">
          <ac:chgData name="Siva Sai Nagender Vasireddy" userId="uYCnjPpBgMg6RgHbw9fc4TXQxlFkerQmdP2dxZZTDbY=" providerId="None" clId="Web-{85EE503E-C78D-4B5F-B933-2B6DC2868D35}" dt="2023-06-12T01:44:41.840" v="108" actId="1076"/>
          <ac:spMkLst>
            <pc:docMk/>
            <pc:sldMk cId="3028441033" sldId="268"/>
            <ac:spMk id="7" creationId="{46C8574E-831C-AC66-0507-D0DF8309A38F}"/>
          </ac:spMkLst>
        </pc:spChg>
        <pc:spChg chg="add mod">
          <ac:chgData name="Siva Sai Nagender Vasireddy" userId="uYCnjPpBgMg6RgHbw9fc4TXQxlFkerQmdP2dxZZTDbY=" providerId="None" clId="Web-{85EE503E-C78D-4B5F-B933-2B6DC2868D35}" dt="2023-06-12T01:45:36.045" v="113" actId="1076"/>
          <ac:spMkLst>
            <pc:docMk/>
            <pc:sldMk cId="3028441033" sldId="268"/>
            <ac:spMk id="8" creationId="{6EA2FA1C-FC99-1B24-0770-F66E82CE434B}"/>
          </ac:spMkLst>
        </pc:spChg>
        <pc:spChg chg="add del mod">
          <ac:chgData name="Siva Sai Nagender Vasireddy" userId="uYCnjPpBgMg6RgHbw9fc4TXQxlFkerQmdP2dxZZTDbY=" providerId="None" clId="Web-{85EE503E-C78D-4B5F-B933-2B6DC2868D35}" dt="2023-06-12T01:45:57.535" v="118"/>
          <ac:spMkLst>
            <pc:docMk/>
            <pc:sldMk cId="3028441033" sldId="268"/>
            <ac:spMk id="9" creationId="{43DCE0E9-2D95-74D4-EB88-47E70F06C67E}"/>
          </ac:spMkLst>
        </pc:spChg>
        <pc:spChg chg="add mod">
          <ac:chgData name="Siva Sai Nagender Vasireddy" userId="uYCnjPpBgMg6RgHbw9fc4TXQxlFkerQmdP2dxZZTDbY=" providerId="None" clId="Web-{85EE503E-C78D-4B5F-B933-2B6DC2868D35}" dt="2023-06-12T01:46:13.551" v="121" actId="1076"/>
          <ac:spMkLst>
            <pc:docMk/>
            <pc:sldMk cId="3028441033" sldId="268"/>
            <ac:spMk id="10" creationId="{8F3DD4D3-C288-F36B-F35E-38ECF3287FAD}"/>
          </ac:spMkLst>
        </pc:spChg>
        <pc:spChg chg="add mod">
          <ac:chgData name="Siva Sai Nagender Vasireddy" userId="uYCnjPpBgMg6RgHbw9fc4TXQxlFkerQmdP2dxZZTDbY=" providerId="None" clId="Web-{85EE503E-C78D-4B5F-B933-2B6DC2868D35}" dt="2023-06-12T01:46:13.551" v="122" actId="1076"/>
          <ac:spMkLst>
            <pc:docMk/>
            <pc:sldMk cId="3028441033" sldId="268"/>
            <ac:spMk id="11" creationId="{0D51AAA4-1E1E-5117-2F8E-E52D49A5AA1E}"/>
          </ac:spMkLst>
        </pc:spChg>
        <pc:spChg chg="add mod">
          <ac:chgData name="Siva Sai Nagender Vasireddy" userId="uYCnjPpBgMg6RgHbw9fc4TXQxlFkerQmdP2dxZZTDbY=" providerId="None" clId="Web-{85EE503E-C78D-4B5F-B933-2B6DC2868D35}" dt="2023-06-12T01:46:42.630" v="127" actId="1076"/>
          <ac:spMkLst>
            <pc:docMk/>
            <pc:sldMk cId="3028441033" sldId="268"/>
            <ac:spMk id="12" creationId="{92AE028F-F755-AA94-6A0C-D9BEF53C2170}"/>
          </ac:spMkLst>
        </pc:spChg>
        <pc:spChg chg="add mod">
          <ac:chgData name="Siva Sai Nagender Vasireddy" userId="uYCnjPpBgMg6RgHbw9fc4TXQxlFkerQmdP2dxZZTDbY=" providerId="None" clId="Web-{85EE503E-C78D-4B5F-B933-2B6DC2868D35}" dt="2023-06-12T02:20:01.796" v="481" actId="20577"/>
          <ac:spMkLst>
            <pc:docMk/>
            <pc:sldMk cId="3028441033" sldId="268"/>
            <ac:spMk id="13" creationId="{4EEE8428-7863-FCBB-11F4-206A56FDB89E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0:40.261" v="164" actId="14100"/>
          <ac:spMkLst>
            <pc:docMk/>
            <pc:sldMk cId="3028441033" sldId="268"/>
            <ac:spMk id="14" creationId="{174A63F0-D8B2-2E37-351C-AB860A98E2D5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4:46.002" v="173" actId="1076"/>
          <ac:spMkLst>
            <pc:docMk/>
            <pc:sldMk cId="3028441033" sldId="268"/>
            <ac:spMk id="15" creationId="{74B69AEA-111A-FEC6-9CD2-044986D4BCDA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4:46.018" v="174" actId="1076"/>
          <ac:spMkLst>
            <pc:docMk/>
            <pc:sldMk cId="3028441033" sldId="268"/>
            <ac:spMk id="16" creationId="{7E6AA313-FF0E-51B5-9979-AD3D310F1B7A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4:51.456" v="182" actId="20577"/>
          <ac:spMkLst>
            <pc:docMk/>
            <pc:sldMk cId="3028441033" sldId="268"/>
            <ac:spMk id="17" creationId="{06131ACB-A7D0-A3F7-0D4E-18BDC36D930B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5:52.926" v="195" actId="20577"/>
          <ac:spMkLst>
            <pc:docMk/>
            <pc:sldMk cId="3028441033" sldId="268"/>
            <ac:spMk id="18" creationId="{FBF11424-EFB7-7753-D1D1-D080450CD51A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4:46.034" v="177" actId="1076"/>
          <ac:spMkLst>
            <pc:docMk/>
            <pc:sldMk cId="3028441033" sldId="268"/>
            <ac:spMk id="19" creationId="{F6E765F2-E5E6-83C9-C921-8CDD54892312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4:46.049" v="178" actId="1076"/>
          <ac:spMkLst>
            <pc:docMk/>
            <pc:sldMk cId="3028441033" sldId="268"/>
            <ac:spMk id="20" creationId="{63FB25ED-27EA-87F2-ED1D-9A3BFE36C315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7:02.053" v="221" actId="14100"/>
          <ac:spMkLst>
            <pc:docMk/>
            <pc:sldMk cId="3028441033" sldId="268"/>
            <ac:spMk id="21" creationId="{8490F21B-7852-CACF-751E-DDA5A4893D6B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7:14.538" v="222" actId="14100"/>
          <ac:spMkLst>
            <pc:docMk/>
            <pc:sldMk cId="3028441033" sldId="268"/>
            <ac:spMk id="22" creationId="{B0D2209A-D310-C560-EB41-24728FF8BDFE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8:19.071" v="231" actId="1076"/>
          <ac:spMkLst>
            <pc:docMk/>
            <pc:sldMk cId="3028441033" sldId="268"/>
            <ac:spMk id="23" creationId="{C9082A8E-8878-2D47-35AA-B219E777DDBD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8:19.086" v="232" actId="1076"/>
          <ac:spMkLst>
            <pc:docMk/>
            <pc:sldMk cId="3028441033" sldId="268"/>
            <ac:spMk id="24" creationId="{595F7D45-16AF-C18C-8FBF-79F3DC1B6E51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8:19.102" v="233" actId="1076"/>
          <ac:spMkLst>
            <pc:docMk/>
            <pc:sldMk cId="3028441033" sldId="268"/>
            <ac:spMk id="25" creationId="{D3F2AF1A-CED8-FAA6-D9E7-0CAEAA886775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8:46.587" v="250" actId="14100"/>
          <ac:spMkLst>
            <pc:docMk/>
            <pc:sldMk cId="3028441033" sldId="268"/>
            <ac:spMk id="26" creationId="{8F496D7B-BAC9-1A2D-FA17-88593EB7E087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8:55.775" v="251" actId="14100"/>
          <ac:spMkLst>
            <pc:docMk/>
            <pc:sldMk cId="3028441033" sldId="268"/>
            <ac:spMk id="27" creationId="{74DEB875-9AA4-8D83-F81F-AA8C8F0B1C52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9:05.010" v="252" actId="1076"/>
          <ac:spMkLst>
            <pc:docMk/>
            <pc:sldMk cId="3028441033" sldId="268"/>
            <ac:spMk id="28" creationId="{244CEC5D-787E-C56D-51F3-310CD26ABAEC}"/>
          </ac:spMkLst>
        </pc:spChg>
        <pc:spChg chg="add del mod">
          <ac:chgData name="Siva Sai Nagender Vasireddy" userId="uYCnjPpBgMg6RgHbw9fc4TXQxlFkerQmdP2dxZZTDbY=" providerId="None" clId="Web-{85EE503E-C78D-4B5F-B933-2B6DC2868D35}" dt="2023-06-12T01:59:09.400" v="254"/>
          <ac:spMkLst>
            <pc:docMk/>
            <pc:sldMk cId="3028441033" sldId="268"/>
            <ac:spMk id="29" creationId="{F7DB32E5-F795-8AA4-D1C7-9948A3325D4D}"/>
          </ac:spMkLst>
        </pc:spChg>
        <pc:spChg chg="add del mod">
          <ac:chgData name="Siva Sai Nagender Vasireddy" userId="uYCnjPpBgMg6RgHbw9fc4TXQxlFkerQmdP2dxZZTDbY=" providerId="None" clId="Web-{85EE503E-C78D-4B5F-B933-2B6DC2868D35}" dt="2023-06-12T01:59:09.400" v="253"/>
          <ac:spMkLst>
            <pc:docMk/>
            <pc:sldMk cId="3028441033" sldId="268"/>
            <ac:spMk id="30" creationId="{2FF2DFEA-38BB-FC39-0304-ED628E034393}"/>
          </ac:spMkLst>
        </pc:spChg>
        <pc:spChg chg="add mod">
          <ac:chgData name="Siva Sai Nagender Vasireddy" userId="uYCnjPpBgMg6RgHbw9fc4TXQxlFkerQmdP2dxZZTDbY=" providerId="None" clId="Web-{85EE503E-C78D-4B5F-B933-2B6DC2868D35}" dt="2023-06-12T01:59:30.010" v="264" actId="14100"/>
          <ac:spMkLst>
            <pc:docMk/>
            <pc:sldMk cId="3028441033" sldId="268"/>
            <ac:spMk id="31" creationId="{7B8D5066-7FA8-8B40-DB08-BE63B5A1FA56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0:19.263" v="273" actId="1076"/>
          <ac:spMkLst>
            <pc:docMk/>
            <pc:sldMk cId="3028441033" sldId="268"/>
            <ac:spMk id="32" creationId="{C391AF2C-44C2-C885-9685-F1C6C055C5DD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0:19.279" v="274" actId="1076"/>
          <ac:spMkLst>
            <pc:docMk/>
            <pc:sldMk cId="3028441033" sldId="268"/>
            <ac:spMk id="33" creationId="{8B95F496-DF60-FCDB-5587-04B5DA562C18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0:19.294" v="275" actId="1076"/>
          <ac:spMkLst>
            <pc:docMk/>
            <pc:sldMk cId="3028441033" sldId="268"/>
            <ac:spMk id="34" creationId="{78AE0BF1-6B6F-BE34-ABD8-49E368813409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1:10.374" v="291" actId="14100"/>
          <ac:spMkLst>
            <pc:docMk/>
            <pc:sldMk cId="3028441033" sldId="268"/>
            <ac:spMk id="35" creationId="{5BEB91B1-8F76-3B3E-23C2-C67735F75478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1:19.796" v="292" actId="14100"/>
          <ac:spMkLst>
            <pc:docMk/>
            <pc:sldMk cId="3028441033" sldId="268"/>
            <ac:spMk id="36" creationId="{C21A4378-7F36-DFB0-D346-B989D7F7ABF2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1:29.546" v="293" actId="1076"/>
          <ac:spMkLst>
            <pc:docMk/>
            <pc:sldMk cId="3028441033" sldId="268"/>
            <ac:spMk id="37" creationId="{96E2732F-728C-FB47-82EA-0141D1B524E6}"/>
          </ac:spMkLst>
        </pc:spChg>
        <pc:spChg chg="add mod">
          <ac:chgData name="Siva Sai Nagender Vasireddy" userId="uYCnjPpBgMg6RgHbw9fc4TXQxlFkerQmdP2dxZZTDbY=" providerId="None" clId="Web-{85EE503E-C78D-4B5F-B933-2B6DC2868D35}" dt="2023-06-12T02:20:47.625" v="494" actId="14100"/>
          <ac:spMkLst>
            <pc:docMk/>
            <pc:sldMk cId="3028441033" sldId="268"/>
            <ac:spMk id="38" creationId="{D2AAF367-C227-634E-5520-B4EE75D018B9}"/>
          </ac:spMkLst>
        </pc:spChg>
        <pc:spChg chg="add mod">
          <ac:chgData name="Siva Sai Nagender Vasireddy" userId="uYCnjPpBgMg6RgHbw9fc4TXQxlFkerQmdP2dxZZTDbY=" providerId="None" clId="Web-{85EE503E-C78D-4B5F-B933-2B6DC2868D35}" dt="2023-06-12T02:20:54.797" v="495" actId="14100"/>
          <ac:spMkLst>
            <pc:docMk/>
            <pc:sldMk cId="3028441033" sldId="268"/>
            <ac:spMk id="39" creationId="{272459E1-B36C-D218-B051-1E23238CAA6E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2:20.438" v="298" actId="1076"/>
          <ac:spMkLst>
            <pc:docMk/>
            <pc:sldMk cId="3028441033" sldId="268"/>
            <ac:spMk id="40" creationId="{3B7A30DE-68E9-4E0F-4C70-5A9BF5B59C99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2:20.454" v="299" actId="1076"/>
          <ac:spMkLst>
            <pc:docMk/>
            <pc:sldMk cId="3028441033" sldId="268"/>
            <ac:spMk id="41" creationId="{F75D262D-5E24-1677-A668-2EAFD8DA97D6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3:26.190" v="319" actId="1076"/>
          <ac:spMkLst>
            <pc:docMk/>
            <pc:sldMk cId="3028441033" sldId="268"/>
            <ac:spMk id="42" creationId="{6D961A9E-5DFD-C818-41F8-00FF5A98D344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3:26.175" v="318" actId="1076"/>
          <ac:spMkLst>
            <pc:docMk/>
            <pc:sldMk cId="3028441033" sldId="268"/>
            <ac:spMk id="43" creationId="{8C130CEC-8726-2B93-67D8-6EC87FAA78D0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3:44.128" v="321" actId="1076"/>
          <ac:spMkLst>
            <pc:docMk/>
            <pc:sldMk cId="3028441033" sldId="268"/>
            <ac:spMk id="44" creationId="{E5EF26C1-501C-EDCE-A46F-4A5A68F83EB1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4:20.504" v="332" actId="1076"/>
          <ac:spMkLst>
            <pc:docMk/>
            <pc:sldMk cId="3028441033" sldId="268"/>
            <ac:spMk id="45" creationId="{51E8E239-6E8B-59E2-B9A8-8D8395EF82BC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4:33.630" v="334" actId="1076"/>
          <ac:spMkLst>
            <pc:docMk/>
            <pc:sldMk cId="3028441033" sldId="268"/>
            <ac:spMk id="46" creationId="{F0AE31FB-0746-61A6-DE39-21ABE8D8FEB6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5:05.990" v="340" actId="1076"/>
          <ac:spMkLst>
            <pc:docMk/>
            <pc:sldMk cId="3028441033" sldId="268"/>
            <ac:spMk id="47" creationId="{0917844D-3838-D4F5-C910-6094EFEC75C9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5:06.021" v="341" actId="1076"/>
          <ac:spMkLst>
            <pc:docMk/>
            <pc:sldMk cId="3028441033" sldId="268"/>
            <ac:spMk id="48" creationId="{43EA9E09-2BCA-E370-F7B4-17A20DE96FF4}"/>
          </ac:spMkLst>
        </pc:spChg>
        <pc:spChg chg="add del mod">
          <ac:chgData name="Siva Sai Nagender Vasireddy" userId="uYCnjPpBgMg6RgHbw9fc4TXQxlFkerQmdP2dxZZTDbY=" providerId="None" clId="Web-{85EE503E-C78D-4B5F-B933-2B6DC2868D35}" dt="2023-06-12T02:05:17.443" v="346"/>
          <ac:spMkLst>
            <pc:docMk/>
            <pc:sldMk cId="3028441033" sldId="268"/>
            <ac:spMk id="49" creationId="{12894F09-BBA8-7F1E-D009-C2C7F5CAFA71}"/>
          </ac:spMkLst>
        </pc:spChg>
        <pc:spChg chg="add del mod">
          <ac:chgData name="Siva Sai Nagender Vasireddy" userId="uYCnjPpBgMg6RgHbw9fc4TXQxlFkerQmdP2dxZZTDbY=" providerId="None" clId="Web-{85EE503E-C78D-4B5F-B933-2B6DC2868D35}" dt="2023-06-12T02:05:17.443" v="345"/>
          <ac:spMkLst>
            <pc:docMk/>
            <pc:sldMk cId="3028441033" sldId="268"/>
            <ac:spMk id="50" creationId="{B40FE7E4-B1E8-596A-7A77-AE4E1855DFB2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5:06.068" v="344" actId="1076"/>
          <ac:spMkLst>
            <pc:docMk/>
            <pc:sldMk cId="3028441033" sldId="268"/>
            <ac:spMk id="51" creationId="{7196B282-0A36-5C0C-2791-33C2CB4C9EB2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6:12.773" v="357" actId="1076"/>
          <ac:spMkLst>
            <pc:docMk/>
            <pc:sldMk cId="3028441033" sldId="268"/>
            <ac:spMk id="52" creationId="{444910A8-BE16-6E5C-D270-6F17F08EEB3D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6:12.789" v="358" actId="1076"/>
          <ac:spMkLst>
            <pc:docMk/>
            <pc:sldMk cId="3028441033" sldId="268"/>
            <ac:spMk id="53" creationId="{4B741C42-2A9D-8C13-6052-791929C43D80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6:38.867" v="363" actId="14100"/>
          <ac:spMkLst>
            <pc:docMk/>
            <pc:sldMk cId="3028441033" sldId="268"/>
            <ac:spMk id="54" creationId="{E5AFB11D-4388-BAD2-E438-1C4110ECDE78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8:11.479" v="380" actId="14100"/>
          <ac:spMkLst>
            <pc:docMk/>
            <pc:sldMk cId="3028441033" sldId="268"/>
            <ac:spMk id="55" creationId="{CEC5706B-DF09-8EDB-5770-97AF6896ABBC}"/>
          </ac:spMkLst>
        </pc:spChg>
        <pc:spChg chg="add mod">
          <ac:chgData name="Siva Sai Nagender Vasireddy" userId="uYCnjPpBgMg6RgHbw9fc4TXQxlFkerQmdP2dxZZTDbY=" providerId="None" clId="Web-{85EE503E-C78D-4B5F-B933-2B6DC2868D35}" dt="2023-06-12T02:08:18.433" v="381" actId="14100"/>
          <ac:spMkLst>
            <pc:docMk/>
            <pc:sldMk cId="3028441033" sldId="268"/>
            <ac:spMk id="56" creationId="{1B8A2BBE-D63C-F972-4712-0CCF87F38D8B}"/>
          </ac:spMkLst>
        </pc:spChg>
      </pc:sldChg>
      <pc:sldChg chg="modSp new">
        <pc:chgData name="Siva Sai Nagender Vasireddy" userId="uYCnjPpBgMg6RgHbw9fc4TXQxlFkerQmdP2dxZZTDbY=" providerId="None" clId="Web-{85EE503E-C78D-4B5F-B933-2B6DC2868D35}" dt="2023-06-12T02:38:30.311" v="633" actId="20577"/>
        <pc:sldMkLst>
          <pc:docMk/>
          <pc:sldMk cId="2237014411" sldId="269"/>
        </pc:sldMkLst>
        <pc:spChg chg="mod">
          <ac:chgData name="Siva Sai Nagender Vasireddy" userId="uYCnjPpBgMg6RgHbw9fc4TXQxlFkerQmdP2dxZZTDbY=" providerId="None" clId="Web-{85EE503E-C78D-4B5F-B933-2B6DC2868D35}" dt="2023-06-12T02:11:45.470" v="394" actId="20577"/>
          <ac:spMkLst>
            <pc:docMk/>
            <pc:sldMk cId="2237014411" sldId="269"/>
            <ac:spMk id="2" creationId="{A4703449-77B9-1CB2-4B6A-B8C73D027280}"/>
          </ac:spMkLst>
        </pc:spChg>
        <pc:spChg chg="mod">
          <ac:chgData name="Siva Sai Nagender Vasireddy" userId="uYCnjPpBgMg6RgHbw9fc4TXQxlFkerQmdP2dxZZTDbY=" providerId="None" clId="Web-{85EE503E-C78D-4B5F-B933-2B6DC2868D35}" dt="2023-06-12T02:38:30.311" v="633" actId="20577"/>
          <ac:spMkLst>
            <pc:docMk/>
            <pc:sldMk cId="2237014411" sldId="269"/>
            <ac:spMk id="3" creationId="{A29C8D6E-4998-855A-5B02-289D2BCF402E}"/>
          </ac:spMkLst>
        </pc:spChg>
      </pc:sldChg>
      <pc:sldChg chg="addSp delSp modSp new">
        <pc:chgData name="Siva Sai Nagender Vasireddy" userId="uYCnjPpBgMg6RgHbw9fc4TXQxlFkerQmdP2dxZZTDbY=" providerId="None" clId="Web-{85EE503E-C78D-4B5F-B933-2B6DC2868D35}" dt="2023-06-12T02:57:33.720" v="889" actId="1076"/>
        <pc:sldMkLst>
          <pc:docMk/>
          <pc:sldMk cId="411932269" sldId="270"/>
        </pc:sldMkLst>
        <pc:spChg chg="mod">
          <ac:chgData name="Siva Sai Nagender Vasireddy" userId="uYCnjPpBgMg6RgHbw9fc4TXQxlFkerQmdP2dxZZTDbY=" providerId="None" clId="Web-{85EE503E-C78D-4B5F-B933-2B6DC2868D35}" dt="2023-06-12T02:40:33.424" v="643" actId="20577"/>
          <ac:spMkLst>
            <pc:docMk/>
            <pc:sldMk cId="411932269" sldId="270"/>
            <ac:spMk id="2" creationId="{9784F0A8-8A5A-04EE-4ECC-5736B7C60DC7}"/>
          </ac:spMkLst>
        </pc:spChg>
        <pc:spChg chg="mod">
          <ac:chgData name="Siva Sai Nagender Vasireddy" userId="uYCnjPpBgMg6RgHbw9fc4TXQxlFkerQmdP2dxZZTDbY=" providerId="None" clId="Web-{85EE503E-C78D-4B5F-B933-2B6DC2868D35}" dt="2023-06-12T02:42:59.053" v="697" actId="14100"/>
          <ac:spMkLst>
            <pc:docMk/>
            <pc:sldMk cId="411932269" sldId="270"/>
            <ac:spMk id="3" creationId="{25EDD3CC-DC64-D488-D057-BDEF72679534}"/>
          </ac:spMkLst>
        </pc:spChg>
        <pc:spChg chg="add mod">
          <ac:chgData name="Siva Sai Nagender Vasireddy" userId="uYCnjPpBgMg6RgHbw9fc4TXQxlFkerQmdP2dxZZTDbY=" providerId="None" clId="Web-{85EE503E-C78D-4B5F-B933-2B6DC2868D35}" dt="2023-06-12T02:43:57.554" v="709" actId="1076"/>
          <ac:spMkLst>
            <pc:docMk/>
            <pc:sldMk cId="411932269" sldId="270"/>
            <ac:spMk id="4" creationId="{1BD5E91F-308B-CDDA-0DA3-363BEC823FAD}"/>
          </ac:spMkLst>
        </pc:spChg>
        <pc:spChg chg="add mod">
          <ac:chgData name="Siva Sai Nagender Vasireddy" userId="uYCnjPpBgMg6RgHbw9fc4TXQxlFkerQmdP2dxZZTDbY=" providerId="None" clId="Web-{85EE503E-C78D-4B5F-B933-2B6DC2868D35}" dt="2023-06-12T02:47:20.388" v="752" actId="20577"/>
          <ac:spMkLst>
            <pc:docMk/>
            <pc:sldMk cId="411932269" sldId="270"/>
            <ac:spMk id="5" creationId="{0D6365A9-FE6E-28ED-B2B8-D213E5206EE8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0:10.018" v="785" actId="20577"/>
          <ac:spMkLst>
            <pc:docMk/>
            <pc:sldMk cId="411932269" sldId="270"/>
            <ac:spMk id="6" creationId="{0FC7ED9F-16B9-C04E-271E-B162587421CF}"/>
          </ac:spMkLst>
        </pc:spChg>
        <pc:spChg chg="add mod">
          <ac:chgData name="Siva Sai Nagender Vasireddy" userId="uYCnjPpBgMg6RgHbw9fc4TXQxlFkerQmdP2dxZZTDbY=" providerId="None" clId="Web-{85EE503E-C78D-4B5F-B933-2B6DC2868D35}" dt="2023-06-12T02:48:52.344" v="777" actId="1076"/>
          <ac:spMkLst>
            <pc:docMk/>
            <pc:sldMk cId="411932269" sldId="270"/>
            <ac:spMk id="7" creationId="{1E5E105D-B625-86B0-ECBD-E359D991DD9C}"/>
          </ac:spMkLst>
        </pc:spChg>
        <pc:spChg chg="add mod">
          <ac:chgData name="Siva Sai Nagender Vasireddy" userId="uYCnjPpBgMg6RgHbw9fc4TXQxlFkerQmdP2dxZZTDbY=" providerId="None" clId="Web-{85EE503E-C78D-4B5F-B933-2B6DC2868D35}" dt="2023-06-12T02:49:53.361" v="783"/>
          <ac:spMkLst>
            <pc:docMk/>
            <pc:sldMk cId="411932269" sldId="270"/>
            <ac:spMk id="8" creationId="{FC89B592-41AE-B3EA-15FF-CCB1F50BD9F0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0:55.816" v="797" actId="20577"/>
          <ac:spMkLst>
            <pc:docMk/>
            <pc:sldMk cId="411932269" sldId="270"/>
            <ac:spMk id="9" creationId="{B6E4AC91-E095-41C8-F543-5ACCB6FD2925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2:10.974" v="819" actId="1076"/>
          <ac:spMkLst>
            <pc:docMk/>
            <pc:sldMk cId="411932269" sldId="270"/>
            <ac:spMk id="10" creationId="{1AF0F879-5868-6380-6727-E8440DDC4FE4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2:10.974" v="820" actId="1076"/>
          <ac:spMkLst>
            <pc:docMk/>
            <pc:sldMk cId="411932269" sldId="270"/>
            <ac:spMk id="11" creationId="{323D5253-772F-C64B-E8F7-E2FA1962AF82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3:38.448" v="823" actId="1076"/>
          <ac:spMkLst>
            <pc:docMk/>
            <pc:sldMk cId="411932269" sldId="270"/>
            <ac:spMk id="12" creationId="{79990A30-83F8-935A-C0C7-F313C7EFF177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3:38.463" v="824" actId="1076"/>
          <ac:spMkLst>
            <pc:docMk/>
            <pc:sldMk cId="411932269" sldId="270"/>
            <ac:spMk id="13" creationId="{69CC06B7-5603-4F80-F8D2-545D261B57A2}"/>
          </ac:spMkLst>
        </pc:spChg>
        <pc:spChg chg="add del mod">
          <ac:chgData name="Siva Sai Nagender Vasireddy" userId="uYCnjPpBgMg6RgHbw9fc4TXQxlFkerQmdP2dxZZTDbY=" providerId="None" clId="Web-{85EE503E-C78D-4B5F-B933-2B6DC2868D35}" dt="2023-06-12T02:57:19.298" v="885"/>
          <ac:spMkLst>
            <pc:docMk/>
            <pc:sldMk cId="411932269" sldId="270"/>
            <ac:spMk id="14" creationId="{2705DA41-67C6-10EC-700A-8B03BCCA9EDB}"/>
          </ac:spMkLst>
        </pc:spChg>
        <pc:spChg chg="add del mod">
          <ac:chgData name="Siva Sai Nagender Vasireddy" userId="uYCnjPpBgMg6RgHbw9fc4TXQxlFkerQmdP2dxZZTDbY=" providerId="None" clId="Web-{85EE503E-C78D-4B5F-B933-2B6DC2868D35}" dt="2023-06-12T02:57:19.298" v="884"/>
          <ac:spMkLst>
            <pc:docMk/>
            <pc:sldMk cId="411932269" sldId="270"/>
            <ac:spMk id="15" creationId="{0BE9148A-9327-78F0-E9A2-902AA8C5F7AA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4:33.199" v="837" actId="20577"/>
          <ac:spMkLst>
            <pc:docMk/>
            <pc:sldMk cId="411932269" sldId="270"/>
            <ac:spMk id="16" creationId="{9AA4BB70-8FED-BD98-8C1C-10AFE943CC6F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4:17.683" v="832" actId="1076"/>
          <ac:spMkLst>
            <pc:docMk/>
            <pc:sldMk cId="411932269" sldId="270"/>
            <ac:spMk id="17" creationId="{FBC3E584-E907-5484-820F-C0B251F2D5D6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4:52.809" v="842" actId="1076"/>
          <ac:spMkLst>
            <pc:docMk/>
            <pc:sldMk cId="411932269" sldId="270"/>
            <ac:spMk id="18" creationId="{A68E57A8-585C-195C-CA88-C86DFC737CB9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5:10.263" v="846" actId="20577"/>
          <ac:spMkLst>
            <pc:docMk/>
            <pc:sldMk cId="411932269" sldId="270"/>
            <ac:spMk id="19" creationId="{E5C8886A-400F-542C-74BE-FDE8C0FBC428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5:22.248" v="849" actId="1076"/>
          <ac:spMkLst>
            <pc:docMk/>
            <pc:sldMk cId="411932269" sldId="270"/>
            <ac:spMk id="20" creationId="{2F638D8D-6506-1484-C517-7E0690694293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5:22.263" v="850" actId="1076"/>
          <ac:spMkLst>
            <pc:docMk/>
            <pc:sldMk cId="411932269" sldId="270"/>
            <ac:spMk id="21" creationId="{89E7C744-F94C-D978-B080-FDD641F9F3C3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6:04.077" v="865" actId="20577"/>
          <ac:spMkLst>
            <pc:docMk/>
            <pc:sldMk cId="411932269" sldId="270"/>
            <ac:spMk id="22" creationId="{65F24797-40F1-41EE-E0A9-5EB3B2B66F2A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5:40.982" v="854" actId="1076"/>
          <ac:spMkLst>
            <pc:docMk/>
            <pc:sldMk cId="411932269" sldId="270"/>
            <ac:spMk id="23" creationId="{C214DD90-A5E0-53B0-A50B-19CC1276424C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6:37.750" v="877" actId="1076"/>
          <ac:spMkLst>
            <pc:docMk/>
            <pc:sldMk cId="411932269" sldId="270"/>
            <ac:spMk id="24" creationId="{B2A84BC9-9048-2971-03D5-F55AD677CD3C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6:55.985" v="879" actId="1076"/>
          <ac:spMkLst>
            <pc:docMk/>
            <pc:sldMk cId="411932269" sldId="270"/>
            <ac:spMk id="25" creationId="{26211D99-2812-3D5F-6B42-7287DFA7942D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7:12.985" v="882" actId="1076"/>
          <ac:spMkLst>
            <pc:docMk/>
            <pc:sldMk cId="411932269" sldId="270"/>
            <ac:spMk id="26" creationId="{69698E92-AF13-8AA5-E2C0-6912C832D33F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7:12.985" v="883" actId="1076"/>
          <ac:spMkLst>
            <pc:docMk/>
            <pc:sldMk cId="411932269" sldId="270"/>
            <ac:spMk id="27" creationId="{0837E840-92F0-DE9A-66E0-32902E0A68B4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7:33.704" v="888" actId="1076"/>
          <ac:spMkLst>
            <pc:docMk/>
            <pc:sldMk cId="411932269" sldId="270"/>
            <ac:spMk id="28" creationId="{9A1CDAAE-8CA6-5804-2AEF-203BCC467D16}"/>
          </ac:spMkLst>
        </pc:spChg>
        <pc:spChg chg="add mod">
          <ac:chgData name="Siva Sai Nagender Vasireddy" userId="uYCnjPpBgMg6RgHbw9fc4TXQxlFkerQmdP2dxZZTDbY=" providerId="None" clId="Web-{85EE503E-C78D-4B5F-B933-2B6DC2868D35}" dt="2023-06-12T02:57:33.720" v="889" actId="1076"/>
          <ac:spMkLst>
            <pc:docMk/>
            <pc:sldMk cId="411932269" sldId="270"/>
            <ac:spMk id="29" creationId="{E8F73F5C-3594-AA48-CE85-4928A9D0FE34}"/>
          </ac:spMkLst>
        </pc:spChg>
      </pc:sldChg>
      <pc:sldChg chg="addSp delSp modSp new del">
        <pc:chgData name="Siva Sai Nagender Vasireddy" userId="uYCnjPpBgMg6RgHbw9fc4TXQxlFkerQmdP2dxZZTDbY=" providerId="None" clId="Web-{85EE503E-C78D-4B5F-B933-2B6DC2868D35}" dt="2023-06-12T02:38:36.295" v="634"/>
        <pc:sldMkLst>
          <pc:docMk/>
          <pc:sldMk cId="1855761755" sldId="270"/>
        </pc:sldMkLst>
        <pc:spChg chg="mod">
          <ac:chgData name="Siva Sai Nagender Vasireddy" userId="uYCnjPpBgMg6RgHbw9fc4TXQxlFkerQmdP2dxZZTDbY=" providerId="None" clId="Web-{85EE503E-C78D-4B5F-B933-2B6DC2868D35}" dt="2023-06-12T02:26:01.462" v="533" actId="20577"/>
          <ac:spMkLst>
            <pc:docMk/>
            <pc:sldMk cId="1855761755" sldId="270"/>
            <ac:spMk id="2" creationId="{FE461E0E-23E3-12EA-D4BD-F10C9A48B0B4}"/>
          </ac:spMkLst>
        </pc:spChg>
        <pc:spChg chg="del">
          <ac:chgData name="Siva Sai Nagender Vasireddy" userId="uYCnjPpBgMg6RgHbw9fc4TXQxlFkerQmdP2dxZZTDbY=" providerId="None" clId="Web-{85EE503E-C78D-4B5F-B933-2B6DC2868D35}" dt="2023-06-12T02:26:06.775" v="534"/>
          <ac:spMkLst>
            <pc:docMk/>
            <pc:sldMk cId="1855761755" sldId="270"/>
            <ac:spMk id="3" creationId="{336F058F-3826-319A-B2C0-698571B99D49}"/>
          </ac:spMkLst>
        </pc:spChg>
        <pc:spChg chg="add mod">
          <ac:chgData name="Siva Sai Nagender Vasireddy" userId="uYCnjPpBgMg6RgHbw9fc4TXQxlFkerQmdP2dxZZTDbY=" providerId="None" clId="Web-{85EE503E-C78D-4B5F-B933-2B6DC2868D35}" dt="2023-06-12T02:27:56.293" v="576" actId="1076"/>
          <ac:spMkLst>
            <pc:docMk/>
            <pc:sldMk cId="1855761755" sldId="270"/>
            <ac:spMk id="4" creationId="{D4E3CFA3-AB26-8029-4022-B4CF3D582266}"/>
          </ac:spMkLst>
        </pc:spChg>
        <pc:spChg chg="add mod">
          <ac:chgData name="Siva Sai Nagender Vasireddy" userId="uYCnjPpBgMg6RgHbw9fc4TXQxlFkerQmdP2dxZZTDbY=" providerId="None" clId="Web-{85EE503E-C78D-4B5F-B933-2B6DC2868D35}" dt="2023-06-12T02:28:07.434" v="580" actId="14100"/>
          <ac:spMkLst>
            <pc:docMk/>
            <pc:sldMk cId="1855761755" sldId="270"/>
            <ac:spMk id="5" creationId="{8716831F-16B2-53DD-1CD9-AE8109F3AFD5}"/>
          </ac:spMkLst>
        </pc:spChg>
        <pc:spChg chg="add mod">
          <ac:chgData name="Siva Sai Nagender Vasireddy" userId="uYCnjPpBgMg6RgHbw9fc4TXQxlFkerQmdP2dxZZTDbY=" providerId="None" clId="Web-{85EE503E-C78D-4B5F-B933-2B6DC2868D35}" dt="2023-06-12T02:28:58.467" v="588" actId="20577"/>
          <ac:spMkLst>
            <pc:docMk/>
            <pc:sldMk cId="1855761755" sldId="270"/>
            <ac:spMk id="6" creationId="{5BD206A8-0FFA-6D00-9B55-9D3686F1DC1F}"/>
          </ac:spMkLst>
        </pc:spChg>
        <pc:spChg chg="add mod">
          <ac:chgData name="Siva Sai Nagender Vasireddy" userId="uYCnjPpBgMg6RgHbw9fc4TXQxlFkerQmdP2dxZZTDbY=" providerId="None" clId="Web-{85EE503E-C78D-4B5F-B933-2B6DC2868D35}" dt="2023-06-12T02:29:04.530" v="591" actId="20577"/>
          <ac:spMkLst>
            <pc:docMk/>
            <pc:sldMk cId="1855761755" sldId="270"/>
            <ac:spMk id="7" creationId="{E4BAB964-18A9-AAAC-A208-6347F5BE2BA6}"/>
          </ac:spMkLst>
        </pc:spChg>
      </pc:sldChg>
      <pc:sldChg chg="addSp delSp modSp new">
        <pc:chgData name="Siva Sai Nagender Vasireddy" userId="uYCnjPpBgMg6RgHbw9fc4TXQxlFkerQmdP2dxZZTDbY=" providerId="None" clId="Web-{85EE503E-C78D-4B5F-B933-2B6DC2868D35}" dt="2023-06-12T03:17:27.331" v="1067" actId="1076"/>
        <pc:sldMkLst>
          <pc:docMk/>
          <pc:sldMk cId="2098782532" sldId="271"/>
        </pc:sldMkLst>
        <pc:spChg chg="mod">
          <ac:chgData name="Siva Sai Nagender Vasireddy" userId="uYCnjPpBgMg6RgHbw9fc4TXQxlFkerQmdP2dxZZTDbY=" providerId="None" clId="Web-{85EE503E-C78D-4B5F-B933-2B6DC2868D35}" dt="2023-06-12T03:00:49.866" v="898" actId="20577"/>
          <ac:spMkLst>
            <pc:docMk/>
            <pc:sldMk cId="2098782532" sldId="271"/>
            <ac:spMk id="2" creationId="{70E9CB2A-76D0-F757-37D4-F5DB03AFDB92}"/>
          </ac:spMkLst>
        </pc:spChg>
        <pc:spChg chg="mod">
          <ac:chgData name="Siva Sai Nagender Vasireddy" userId="uYCnjPpBgMg6RgHbw9fc4TXQxlFkerQmdP2dxZZTDbY=" providerId="None" clId="Web-{85EE503E-C78D-4B5F-B933-2B6DC2868D35}" dt="2023-06-12T03:14:01.013" v="1026" actId="14100"/>
          <ac:spMkLst>
            <pc:docMk/>
            <pc:sldMk cId="2098782532" sldId="271"/>
            <ac:spMk id="3" creationId="{D6613EA9-8BDF-41BE-5E0A-4C1F594F0C05}"/>
          </ac:spMkLst>
        </pc:spChg>
        <pc:spChg chg="add mod">
          <ac:chgData name="Siva Sai Nagender Vasireddy" userId="uYCnjPpBgMg6RgHbw9fc4TXQxlFkerQmdP2dxZZTDbY=" providerId="None" clId="Web-{85EE503E-C78D-4B5F-B933-2B6DC2868D35}" dt="2023-06-12T03:03:31.746" v="957" actId="14100"/>
          <ac:spMkLst>
            <pc:docMk/>
            <pc:sldMk cId="2098782532" sldId="271"/>
            <ac:spMk id="5" creationId="{AB6B915B-0657-4606-6C54-43066B037DF9}"/>
          </ac:spMkLst>
        </pc:spChg>
        <pc:spChg chg="add del">
          <ac:chgData name="Siva Sai Nagender Vasireddy" userId="uYCnjPpBgMg6RgHbw9fc4TXQxlFkerQmdP2dxZZTDbY=" providerId="None" clId="Web-{85EE503E-C78D-4B5F-B933-2B6DC2868D35}" dt="2023-06-12T03:14:31.826" v="1028"/>
          <ac:spMkLst>
            <pc:docMk/>
            <pc:sldMk cId="2098782532" sldId="271"/>
            <ac:spMk id="7" creationId="{E65E4ED8-85E7-3443-EC40-0DD387D79280}"/>
          </ac:spMkLst>
        </pc:spChg>
        <pc:spChg chg="add mod">
          <ac:chgData name="Siva Sai Nagender Vasireddy" userId="uYCnjPpBgMg6RgHbw9fc4TXQxlFkerQmdP2dxZZTDbY=" providerId="None" clId="Web-{85EE503E-C78D-4B5F-B933-2B6DC2868D35}" dt="2023-06-12T03:17:27.300" v="1062" actId="1076"/>
          <ac:spMkLst>
            <pc:docMk/>
            <pc:sldMk cId="2098782532" sldId="271"/>
            <ac:spMk id="9" creationId="{F9D71CBF-5BAD-196B-00C0-8B3FF3992837}"/>
          </ac:spMkLst>
        </pc:spChg>
        <pc:spChg chg="add mod">
          <ac:chgData name="Siva Sai Nagender Vasireddy" userId="uYCnjPpBgMg6RgHbw9fc4TXQxlFkerQmdP2dxZZTDbY=" providerId="None" clId="Web-{85EE503E-C78D-4B5F-B933-2B6DC2868D35}" dt="2023-06-12T03:17:27.316" v="1063" actId="1076"/>
          <ac:spMkLst>
            <pc:docMk/>
            <pc:sldMk cId="2098782532" sldId="271"/>
            <ac:spMk id="11" creationId="{A7241E6C-FF89-CCBB-64B8-B94500D7C182}"/>
          </ac:spMkLst>
        </pc:spChg>
        <pc:spChg chg="add mod">
          <ac:chgData name="Siva Sai Nagender Vasireddy" userId="uYCnjPpBgMg6RgHbw9fc4TXQxlFkerQmdP2dxZZTDbY=" providerId="None" clId="Web-{85EE503E-C78D-4B5F-B933-2B6DC2868D35}" dt="2023-06-12T03:17:27.316" v="1064" actId="1076"/>
          <ac:spMkLst>
            <pc:docMk/>
            <pc:sldMk cId="2098782532" sldId="271"/>
            <ac:spMk id="13" creationId="{764120B5-D677-956A-4208-7C12CF696906}"/>
          </ac:spMkLst>
        </pc:spChg>
        <pc:spChg chg="add mod">
          <ac:chgData name="Siva Sai Nagender Vasireddy" userId="uYCnjPpBgMg6RgHbw9fc4TXQxlFkerQmdP2dxZZTDbY=" providerId="None" clId="Web-{85EE503E-C78D-4B5F-B933-2B6DC2868D35}" dt="2023-06-12T03:17:27.331" v="1066" actId="1076"/>
          <ac:spMkLst>
            <pc:docMk/>
            <pc:sldMk cId="2098782532" sldId="271"/>
            <ac:spMk id="14" creationId="{DF9C8555-C069-E606-E732-44A59FCD1318}"/>
          </ac:spMkLst>
        </pc:spChg>
        <pc:spChg chg="add mod">
          <ac:chgData name="Siva Sai Nagender Vasireddy" userId="uYCnjPpBgMg6RgHbw9fc4TXQxlFkerQmdP2dxZZTDbY=" providerId="None" clId="Web-{85EE503E-C78D-4B5F-B933-2B6DC2868D35}" dt="2023-06-12T03:17:27.331" v="1067" actId="1076"/>
          <ac:spMkLst>
            <pc:docMk/>
            <pc:sldMk cId="2098782532" sldId="271"/>
            <ac:spMk id="15" creationId="{7746784D-CC1E-6174-7575-938FE651F107}"/>
          </ac:spMkLst>
        </pc:spChg>
        <pc:spChg chg="add mod">
          <ac:chgData name="Siva Sai Nagender Vasireddy" userId="uYCnjPpBgMg6RgHbw9fc4TXQxlFkerQmdP2dxZZTDbY=" providerId="None" clId="Web-{85EE503E-C78D-4B5F-B933-2B6DC2868D35}" dt="2023-06-12T03:17:27.316" v="1065" actId="1076"/>
          <ac:spMkLst>
            <pc:docMk/>
            <pc:sldMk cId="2098782532" sldId="271"/>
            <ac:spMk id="16" creationId="{899104A7-8F29-B606-5101-BB86143F4559}"/>
          </ac:spMkLst>
        </pc:spChg>
      </pc:sldChg>
    </pc:docChg>
  </pc:docChgLst>
  <pc:docChgLst>
    <pc:chgData name="Siva Sai Nagender Vasireddy" userId="uYCnjPpBgMg6RgHbw9fc4TXQxlFkerQmdP2dxZZTDbY=" providerId="None" clId="Web-{E0284C67-B06C-4634-81FF-54BAED1E7AC4}"/>
    <pc:docChg chg="addSld delSld">
      <pc:chgData name="Siva Sai Nagender Vasireddy" userId="uYCnjPpBgMg6RgHbw9fc4TXQxlFkerQmdP2dxZZTDbY=" providerId="None" clId="Web-{E0284C67-B06C-4634-81FF-54BAED1E7AC4}" dt="2023-06-11T20:33:27.811" v="2"/>
      <pc:docMkLst>
        <pc:docMk/>
      </pc:docMkLst>
      <pc:sldChg chg="del">
        <pc:chgData name="Siva Sai Nagender Vasireddy" userId="uYCnjPpBgMg6RgHbw9fc4TXQxlFkerQmdP2dxZZTDbY=" providerId="None" clId="Web-{E0284C67-B06C-4634-81FF-54BAED1E7AC4}" dt="2023-06-11T20:33:19.717" v="0"/>
        <pc:sldMkLst>
          <pc:docMk/>
          <pc:sldMk cId="2975023013" sldId="258"/>
        </pc:sldMkLst>
      </pc:sldChg>
      <pc:sldChg chg="del">
        <pc:chgData name="Siva Sai Nagender Vasireddy" userId="uYCnjPpBgMg6RgHbw9fc4TXQxlFkerQmdP2dxZZTDbY=" providerId="None" clId="Web-{E0284C67-B06C-4634-81FF-54BAED1E7AC4}" dt="2023-06-11T20:33:22.139" v="1"/>
        <pc:sldMkLst>
          <pc:docMk/>
          <pc:sldMk cId="3579726133" sldId="259"/>
        </pc:sldMkLst>
      </pc:sldChg>
      <pc:sldChg chg="new">
        <pc:chgData name="Siva Sai Nagender Vasireddy" userId="uYCnjPpBgMg6RgHbw9fc4TXQxlFkerQmdP2dxZZTDbY=" providerId="None" clId="Web-{E0284C67-B06C-4634-81FF-54BAED1E7AC4}" dt="2023-06-11T20:33:27.811" v="2"/>
        <pc:sldMkLst>
          <pc:docMk/>
          <pc:sldMk cId="395991408" sldId="261"/>
        </pc:sldMkLst>
      </pc:sldChg>
    </pc:docChg>
  </pc:docChgLst>
  <pc:docChgLst>
    <pc:chgData name="Siva Sai Nagender Vasireddy" userId="uYCnjPpBgMg6RgHbw9fc4TXQxlFkerQmdP2dxZZTDbY=" providerId="None" clId="Web-{1306484F-5761-4956-ABE6-3ECDF9892181}"/>
    <pc:docChg chg="modSld">
      <pc:chgData name="Siva Sai Nagender Vasireddy" userId="uYCnjPpBgMg6RgHbw9fc4TXQxlFkerQmdP2dxZZTDbY=" providerId="None" clId="Web-{1306484F-5761-4956-ABE6-3ECDF9892181}" dt="2023-06-12T10:46:26.551" v="101" actId="20577"/>
      <pc:docMkLst>
        <pc:docMk/>
      </pc:docMkLst>
      <pc:sldChg chg="addSp modSp">
        <pc:chgData name="Siva Sai Nagender Vasireddy" userId="uYCnjPpBgMg6RgHbw9fc4TXQxlFkerQmdP2dxZZTDbY=" providerId="None" clId="Web-{1306484F-5761-4956-ABE6-3ECDF9892181}" dt="2023-06-12T10:43:29.842" v="74" actId="1076"/>
        <pc:sldMkLst>
          <pc:docMk/>
          <pc:sldMk cId="2163204453" sldId="260"/>
        </pc:sldMkLst>
        <pc:spChg chg="add mod">
          <ac:chgData name="Siva Sai Nagender Vasireddy" userId="uYCnjPpBgMg6RgHbw9fc4TXQxlFkerQmdP2dxZZTDbY=" providerId="None" clId="Web-{1306484F-5761-4956-ABE6-3ECDF9892181}" dt="2023-06-12T10:42:41.559" v="64" actId="20577"/>
          <ac:spMkLst>
            <pc:docMk/>
            <pc:sldMk cId="2163204453" sldId="260"/>
            <ac:spMk id="3" creationId="{CA1ACFDF-4F29-9488-30CA-B0B2EF6F5511}"/>
          </ac:spMkLst>
        </pc:spChg>
        <pc:spChg chg="add mod">
          <ac:chgData name="Siva Sai Nagender Vasireddy" userId="uYCnjPpBgMg6RgHbw9fc4TXQxlFkerQmdP2dxZZTDbY=" providerId="None" clId="Web-{1306484F-5761-4956-ABE6-3ECDF9892181}" dt="2023-06-12T10:43:02.216" v="71" actId="14100"/>
          <ac:spMkLst>
            <pc:docMk/>
            <pc:sldMk cId="2163204453" sldId="260"/>
            <ac:spMk id="6" creationId="{41C1F404-10AE-9FF7-C1DC-5F16C6D68681}"/>
          </ac:spMkLst>
        </pc:spChg>
        <pc:spChg chg="add mod">
          <ac:chgData name="Siva Sai Nagender Vasireddy" userId="uYCnjPpBgMg6RgHbw9fc4TXQxlFkerQmdP2dxZZTDbY=" providerId="None" clId="Web-{1306484F-5761-4956-ABE6-3ECDF9892181}" dt="2023-06-12T10:43:29.842" v="74" actId="1076"/>
          <ac:spMkLst>
            <pc:docMk/>
            <pc:sldMk cId="2163204453" sldId="260"/>
            <ac:spMk id="12" creationId="{4CC23E49-92D1-357F-745D-AF5047BFBBC8}"/>
          </ac:spMkLst>
        </pc:spChg>
        <pc:grpChg chg="mod">
          <ac:chgData name="Siva Sai Nagender Vasireddy" userId="uYCnjPpBgMg6RgHbw9fc4TXQxlFkerQmdP2dxZZTDbY=" providerId="None" clId="Web-{1306484F-5761-4956-ABE6-3ECDF9892181}" dt="2023-06-12T10:35:56.854" v="0" actId="1076"/>
          <ac:grpSpMkLst>
            <pc:docMk/>
            <pc:sldMk cId="2163204453" sldId="260"/>
            <ac:grpSpMk id="30" creationId="{29AD489B-EBB4-EF39-F262-24392833F523}"/>
          </ac:grpSpMkLst>
        </pc:grpChg>
      </pc:sldChg>
      <pc:sldChg chg="modSp">
        <pc:chgData name="Siva Sai Nagender Vasireddy" userId="uYCnjPpBgMg6RgHbw9fc4TXQxlFkerQmdP2dxZZTDbY=" providerId="None" clId="Web-{1306484F-5761-4956-ABE6-3ECDF9892181}" dt="2023-06-12T10:46:26.551" v="101" actId="20577"/>
        <pc:sldMkLst>
          <pc:docMk/>
          <pc:sldMk cId="395991408" sldId="261"/>
        </pc:sldMkLst>
        <pc:spChg chg="mod">
          <ac:chgData name="Siva Sai Nagender Vasireddy" userId="uYCnjPpBgMg6RgHbw9fc4TXQxlFkerQmdP2dxZZTDbY=" providerId="None" clId="Web-{1306484F-5761-4956-ABE6-3ECDF9892181}" dt="2023-06-12T10:45:37.377" v="93" actId="20577"/>
          <ac:spMkLst>
            <pc:docMk/>
            <pc:sldMk cId="395991408" sldId="261"/>
            <ac:spMk id="34" creationId="{7C310229-9139-325F-6443-AD309EAF540B}"/>
          </ac:spMkLst>
        </pc:spChg>
        <pc:spChg chg="mod">
          <ac:chgData name="Siva Sai Nagender Vasireddy" userId="uYCnjPpBgMg6RgHbw9fc4TXQxlFkerQmdP2dxZZTDbY=" providerId="None" clId="Web-{1306484F-5761-4956-ABE6-3ECDF9892181}" dt="2023-06-12T10:46:26.551" v="101" actId="20577"/>
          <ac:spMkLst>
            <pc:docMk/>
            <pc:sldMk cId="395991408" sldId="261"/>
            <ac:spMk id="35" creationId="{7908EFCB-6BD1-2723-E9F0-50C963356960}"/>
          </ac:spMkLst>
        </pc:spChg>
      </pc:sldChg>
    </pc:docChg>
  </pc:docChgLst>
  <pc:docChgLst>
    <pc:chgData name="Siva Sai Nagender Vasireddy" userId="uYCnjPpBgMg6RgHbw9fc4TXQxlFkerQmdP2dxZZTDbY=" providerId="None" clId="Web-{38ED021B-0C0A-4201-AB26-5E247DE534EF}"/>
    <pc:docChg chg="addSld modSld">
      <pc:chgData name="Siva Sai Nagender Vasireddy" userId="uYCnjPpBgMg6RgHbw9fc4TXQxlFkerQmdP2dxZZTDbY=" providerId="None" clId="Web-{38ED021B-0C0A-4201-AB26-5E247DE534EF}" dt="2023-06-12T13:05:07.847" v="39" actId="20577"/>
      <pc:docMkLst>
        <pc:docMk/>
      </pc:docMkLst>
      <pc:sldChg chg="modSp">
        <pc:chgData name="Siva Sai Nagender Vasireddy" userId="uYCnjPpBgMg6RgHbw9fc4TXQxlFkerQmdP2dxZZTDbY=" providerId="None" clId="Web-{38ED021B-0C0A-4201-AB26-5E247DE534EF}" dt="2023-06-12T13:05:07.847" v="39" actId="20577"/>
        <pc:sldMkLst>
          <pc:docMk/>
          <pc:sldMk cId="3567798628" sldId="257"/>
        </pc:sldMkLst>
        <pc:spChg chg="mod">
          <ac:chgData name="Siva Sai Nagender Vasireddy" userId="uYCnjPpBgMg6RgHbw9fc4TXQxlFkerQmdP2dxZZTDbY=" providerId="None" clId="Web-{38ED021B-0C0A-4201-AB26-5E247DE534EF}" dt="2023-06-12T13:05:07.847" v="39" actId="20577"/>
          <ac:spMkLst>
            <pc:docMk/>
            <pc:sldMk cId="3567798628" sldId="257"/>
            <ac:spMk id="3" creationId="{1468B030-3EF3-6F8B-D7C4-5C2F71CA0F04}"/>
          </ac:spMkLst>
        </pc:spChg>
      </pc:sldChg>
      <pc:sldChg chg="addSp delSp modSp new">
        <pc:chgData name="Siva Sai Nagender Vasireddy" userId="uYCnjPpBgMg6RgHbw9fc4TXQxlFkerQmdP2dxZZTDbY=" providerId="None" clId="Web-{38ED021B-0C0A-4201-AB26-5E247DE534EF}" dt="2023-06-12T13:01:17.479" v="13"/>
        <pc:sldMkLst>
          <pc:docMk/>
          <pc:sldMk cId="4240159509" sldId="281"/>
        </pc:sldMkLst>
        <pc:spChg chg="mod">
          <ac:chgData name="Siva Sai Nagender Vasireddy" userId="uYCnjPpBgMg6RgHbw9fc4TXQxlFkerQmdP2dxZZTDbY=" providerId="None" clId="Web-{38ED021B-0C0A-4201-AB26-5E247DE534EF}" dt="2023-06-12T13:00:28.915" v="12" actId="20577"/>
          <ac:spMkLst>
            <pc:docMk/>
            <pc:sldMk cId="4240159509" sldId="281"/>
            <ac:spMk id="2" creationId="{BAABEE17-5E07-CB19-96C1-B562F7059A12}"/>
          </ac:spMkLst>
        </pc:spChg>
        <pc:spChg chg="del">
          <ac:chgData name="Siva Sai Nagender Vasireddy" userId="uYCnjPpBgMg6RgHbw9fc4TXQxlFkerQmdP2dxZZTDbY=" providerId="None" clId="Web-{38ED021B-0C0A-4201-AB26-5E247DE534EF}" dt="2023-06-12T13:01:17.479" v="13"/>
          <ac:spMkLst>
            <pc:docMk/>
            <pc:sldMk cId="4240159509" sldId="281"/>
            <ac:spMk id="3" creationId="{843E619B-AEBD-E300-693F-645466E01AD7}"/>
          </ac:spMkLst>
        </pc:spChg>
        <pc:picChg chg="add mod ord">
          <ac:chgData name="Siva Sai Nagender Vasireddy" userId="uYCnjPpBgMg6RgHbw9fc4TXQxlFkerQmdP2dxZZTDbY=" providerId="None" clId="Web-{38ED021B-0C0A-4201-AB26-5E247DE534EF}" dt="2023-06-12T13:01:17.479" v="13"/>
          <ac:picMkLst>
            <pc:docMk/>
            <pc:sldMk cId="4240159509" sldId="281"/>
            <ac:picMk id="4" creationId="{8B681BDA-8BB1-EEFF-4C84-BC6B5BDCC031}"/>
          </ac:picMkLst>
        </pc:picChg>
      </pc:sldChg>
      <pc:sldChg chg="addSp delSp modSp new">
        <pc:chgData name="Siva Sai Nagender Vasireddy" userId="uYCnjPpBgMg6RgHbw9fc4TXQxlFkerQmdP2dxZZTDbY=" providerId="None" clId="Web-{38ED021B-0C0A-4201-AB26-5E247DE534EF}" dt="2023-06-12T13:04:22.752" v="29" actId="1076"/>
        <pc:sldMkLst>
          <pc:docMk/>
          <pc:sldMk cId="3247583115" sldId="282"/>
        </pc:sldMkLst>
        <pc:spChg chg="mod">
          <ac:chgData name="Siva Sai Nagender Vasireddy" userId="uYCnjPpBgMg6RgHbw9fc4TXQxlFkerQmdP2dxZZTDbY=" providerId="None" clId="Web-{38ED021B-0C0A-4201-AB26-5E247DE534EF}" dt="2023-06-12T13:02:48.951" v="22" actId="20577"/>
          <ac:spMkLst>
            <pc:docMk/>
            <pc:sldMk cId="3247583115" sldId="282"/>
            <ac:spMk id="2" creationId="{C62A3D6C-2ABF-F201-D7AF-2DAC5CC396A2}"/>
          </ac:spMkLst>
        </pc:spChg>
        <pc:spChg chg="del">
          <ac:chgData name="Siva Sai Nagender Vasireddy" userId="uYCnjPpBgMg6RgHbw9fc4TXQxlFkerQmdP2dxZZTDbY=" providerId="None" clId="Web-{38ED021B-0C0A-4201-AB26-5E247DE534EF}" dt="2023-06-12T13:03:30.969" v="23"/>
          <ac:spMkLst>
            <pc:docMk/>
            <pc:sldMk cId="3247583115" sldId="282"/>
            <ac:spMk id="3" creationId="{7FC7DA74-8CFC-0A49-58A5-0DAF6292E4EB}"/>
          </ac:spMkLst>
        </pc:spChg>
        <pc:picChg chg="add mod ord">
          <ac:chgData name="Siva Sai Nagender Vasireddy" userId="uYCnjPpBgMg6RgHbw9fc4TXQxlFkerQmdP2dxZZTDbY=" providerId="None" clId="Web-{38ED021B-0C0A-4201-AB26-5E247DE534EF}" dt="2023-06-12T13:03:40.516" v="25" actId="1076"/>
          <ac:picMkLst>
            <pc:docMk/>
            <pc:sldMk cId="3247583115" sldId="282"/>
            <ac:picMk id="4" creationId="{06649BBA-80EA-F8C8-46BB-11A41542EF98}"/>
          </ac:picMkLst>
        </pc:picChg>
        <pc:picChg chg="add mod">
          <ac:chgData name="Siva Sai Nagender Vasireddy" userId="uYCnjPpBgMg6RgHbw9fc4TXQxlFkerQmdP2dxZZTDbY=" providerId="None" clId="Web-{38ED021B-0C0A-4201-AB26-5E247DE534EF}" dt="2023-06-12T13:04:22.752" v="29" actId="1076"/>
          <ac:picMkLst>
            <pc:docMk/>
            <pc:sldMk cId="3247583115" sldId="282"/>
            <ac:picMk id="5" creationId="{32AF88E6-90A1-B089-0AF3-64F1EC3B417E}"/>
          </ac:picMkLst>
        </pc:picChg>
      </pc:sldChg>
    </pc:docChg>
  </pc:docChgLst>
  <pc:docChgLst>
    <pc:chgData name="Siva Sai Nagender Vasireddy" clId="Web-{FF1D40DA-6BDD-454D-A384-77578317D984}"/>
    <pc:docChg chg="modSld">
      <pc:chgData name="Siva Sai Nagender Vasireddy" userId="" providerId="" clId="Web-{FF1D40DA-6BDD-454D-A384-77578317D984}" dt="2023-06-11T18:13:46.654" v="11" actId="20577"/>
      <pc:docMkLst>
        <pc:docMk/>
      </pc:docMkLst>
      <pc:sldChg chg="modSp">
        <pc:chgData name="Siva Sai Nagender Vasireddy" userId="" providerId="" clId="Web-{FF1D40DA-6BDD-454D-A384-77578317D984}" dt="2023-06-11T18:13:46.654" v="11" actId="20577"/>
        <pc:sldMkLst>
          <pc:docMk/>
          <pc:sldMk cId="2975023013" sldId="258"/>
        </pc:sldMkLst>
        <pc:spChg chg="mod">
          <ac:chgData name="Siva Sai Nagender Vasireddy" userId="" providerId="" clId="Web-{FF1D40DA-6BDD-454D-A384-77578317D984}" dt="2023-06-11T18:13:46.654" v="11" actId="20577"/>
          <ac:spMkLst>
            <pc:docMk/>
            <pc:sldMk cId="2975023013" sldId="258"/>
            <ac:spMk id="3" creationId="{AE7A4467-1E9D-BCE7-F960-BC99F7DFBC05}"/>
          </ac:spMkLst>
        </pc:spChg>
      </pc:sldChg>
    </pc:docChg>
  </pc:docChgLst>
  <pc:docChgLst>
    <pc:chgData name="Siva Sai Nagender Vasireddy" userId="uYCnjPpBgMg6RgHbw9fc4TXQxlFkerQmdP2dxZZTDbY=" providerId="None" clId="Web-{8D5852DC-7237-4420-A30F-92FD1C9AD8D9}"/>
    <pc:docChg chg="addSld modSld">
      <pc:chgData name="Siva Sai Nagender Vasireddy" userId="uYCnjPpBgMg6RgHbw9fc4TXQxlFkerQmdP2dxZZTDbY=" providerId="None" clId="Web-{8D5852DC-7237-4420-A30F-92FD1C9AD8D9}" dt="2023-06-11T15:21:04.807" v="68" actId="20577"/>
      <pc:docMkLst>
        <pc:docMk/>
      </pc:docMkLst>
      <pc:sldChg chg="modSp">
        <pc:chgData name="Siva Sai Nagender Vasireddy" userId="uYCnjPpBgMg6RgHbw9fc4TXQxlFkerQmdP2dxZZTDbY=" providerId="None" clId="Web-{8D5852DC-7237-4420-A30F-92FD1C9AD8D9}" dt="2023-06-11T15:17:42.237" v="26" actId="20577"/>
        <pc:sldMkLst>
          <pc:docMk/>
          <pc:sldMk cId="109857222" sldId="256"/>
        </pc:sldMkLst>
        <pc:spChg chg="mod">
          <ac:chgData name="Siva Sai Nagender Vasireddy" userId="uYCnjPpBgMg6RgHbw9fc4TXQxlFkerQmdP2dxZZTDbY=" providerId="None" clId="Web-{8D5852DC-7237-4420-A30F-92FD1C9AD8D9}" dt="2023-06-11T15:17:18.064" v="24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iva Sai Nagender Vasireddy" userId="uYCnjPpBgMg6RgHbw9fc4TXQxlFkerQmdP2dxZZTDbY=" providerId="None" clId="Web-{8D5852DC-7237-4420-A30F-92FD1C9AD8D9}" dt="2023-06-11T15:17:42.237" v="2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">
        <pc:chgData name="Siva Sai Nagender Vasireddy" userId="uYCnjPpBgMg6RgHbw9fc4TXQxlFkerQmdP2dxZZTDbY=" providerId="None" clId="Web-{8D5852DC-7237-4420-A30F-92FD1C9AD8D9}" dt="2023-06-11T15:21:04.807" v="68" actId="20577"/>
        <pc:sldMkLst>
          <pc:docMk/>
          <pc:sldMk cId="3567798628" sldId="257"/>
        </pc:sldMkLst>
        <pc:spChg chg="mod">
          <ac:chgData name="Siva Sai Nagender Vasireddy" userId="uYCnjPpBgMg6RgHbw9fc4TXQxlFkerQmdP2dxZZTDbY=" providerId="None" clId="Web-{8D5852DC-7237-4420-A30F-92FD1C9AD8D9}" dt="2023-06-11T15:18:26.160" v="30" actId="20577"/>
          <ac:spMkLst>
            <pc:docMk/>
            <pc:sldMk cId="3567798628" sldId="257"/>
            <ac:spMk id="2" creationId="{10482266-73F7-DE24-C842-3DA68132BC31}"/>
          </ac:spMkLst>
        </pc:spChg>
        <pc:spChg chg="mod">
          <ac:chgData name="Siva Sai Nagender Vasireddy" userId="uYCnjPpBgMg6RgHbw9fc4TXQxlFkerQmdP2dxZZTDbY=" providerId="None" clId="Web-{8D5852DC-7237-4420-A30F-92FD1C9AD8D9}" dt="2023-06-11T15:21:04.807" v="68" actId="20577"/>
          <ac:spMkLst>
            <pc:docMk/>
            <pc:sldMk cId="3567798628" sldId="257"/>
            <ac:spMk id="3" creationId="{1468B030-3EF3-6F8B-D7C4-5C2F71CA0F04}"/>
          </ac:spMkLst>
        </pc:spChg>
      </pc:sldChg>
    </pc:docChg>
  </pc:docChgLst>
  <pc:docChgLst>
    <pc:chgData name="Siva Sai Nagender Vasireddy" clId="Web-{1306484F-5761-4956-ABE6-3ECDF9892181}"/>
    <pc:docChg chg="addSld delSld modSld">
      <pc:chgData name="Siva Sai Nagender Vasireddy" userId="" providerId="" clId="Web-{1306484F-5761-4956-ABE6-3ECDF9892181}" dt="2023-06-12T12:24:14.815" v="906" actId="1076"/>
      <pc:docMkLst>
        <pc:docMk/>
      </pc:docMkLst>
      <pc:sldChg chg="modSp">
        <pc:chgData name="Siva Sai Nagender Vasireddy" userId="" providerId="" clId="Web-{1306484F-5761-4956-ABE6-3ECDF9892181}" dt="2023-06-12T12:23:38.845" v="905" actId="20577"/>
        <pc:sldMkLst>
          <pc:docMk/>
          <pc:sldMk cId="3567798628" sldId="257"/>
        </pc:sldMkLst>
        <pc:spChg chg="mod">
          <ac:chgData name="Siva Sai Nagender Vasireddy" userId="" providerId="" clId="Web-{1306484F-5761-4956-ABE6-3ECDF9892181}" dt="2023-06-12T12:23:38.845" v="905" actId="20577"/>
          <ac:spMkLst>
            <pc:docMk/>
            <pc:sldMk cId="3567798628" sldId="257"/>
            <ac:spMk id="3" creationId="{1468B030-3EF3-6F8B-D7C4-5C2F71CA0F04}"/>
          </ac:spMkLst>
        </pc:spChg>
      </pc:sldChg>
      <pc:sldChg chg="modSp">
        <pc:chgData name="Siva Sai Nagender Vasireddy" userId="" providerId="" clId="Web-{1306484F-5761-4956-ABE6-3ECDF9892181}" dt="2023-06-12T12:24:14.815" v="906" actId="1076"/>
        <pc:sldMkLst>
          <pc:docMk/>
          <pc:sldMk cId="2163204453" sldId="260"/>
        </pc:sldMkLst>
        <pc:spChg chg="mod">
          <ac:chgData name="Siva Sai Nagender Vasireddy" userId="" providerId="" clId="Web-{1306484F-5761-4956-ABE6-3ECDF9892181}" dt="2023-06-12T12:24:14.815" v="906" actId="1076"/>
          <ac:spMkLst>
            <pc:docMk/>
            <pc:sldMk cId="2163204453" sldId="260"/>
            <ac:spMk id="5" creationId="{DC606BC5-5867-8D25-0726-40476E5675AB}"/>
          </ac:spMkLst>
        </pc:spChg>
      </pc:sldChg>
      <pc:sldChg chg="modSp">
        <pc:chgData name="Siva Sai Nagender Vasireddy" userId="" providerId="" clId="Web-{1306484F-5761-4956-ABE6-3ECDF9892181}" dt="2023-06-12T11:02:32.741" v="1" actId="20577"/>
        <pc:sldMkLst>
          <pc:docMk/>
          <pc:sldMk cId="395991408" sldId="261"/>
        </pc:sldMkLst>
        <pc:spChg chg="mod">
          <ac:chgData name="Siva Sai Nagender Vasireddy" userId="" providerId="" clId="Web-{1306484F-5761-4956-ABE6-3ECDF9892181}" dt="2023-06-12T11:02:32.741" v="1" actId="20577"/>
          <ac:spMkLst>
            <pc:docMk/>
            <pc:sldMk cId="395991408" sldId="261"/>
            <ac:spMk id="35" creationId="{7908EFCB-6BD1-2723-E9F0-50C963356960}"/>
          </ac:spMkLst>
        </pc:spChg>
      </pc:sldChg>
      <pc:sldChg chg="addSp modSp">
        <pc:chgData name="Siva Sai Nagender Vasireddy" userId="" providerId="" clId="Web-{1306484F-5761-4956-ABE6-3ECDF9892181}" dt="2023-06-12T11:33:09.657" v="346" actId="20577"/>
        <pc:sldMkLst>
          <pc:docMk/>
          <pc:sldMk cId="437064208" sldId="263"/>
        </pc:sldMkLst>
        <pc:spChg chg="mod">
          <ac:chgData name="Siva Sai Nagender Vasireddy" userId="" providerId="" clId="Web-{1306484F-5761-4956-ABE6-3ECDF9892181}" dt="2023-06-12T11:15:55.871" v="149" actId="20577"/>
          <ac:spMkLst>
            <pc:docMk/>
            <pc:sldMk cId="437064208" sldId="263"/>
            <ac:spMk id="3" creationId="{8F708E51-002A-E57D-0687-2B31F2D2C312}"/>
          </ac:spMkLst>
        </pc:spChg>
        <pc:spChg chg="add mod">
          <ac:chgData name="Siva Sai Nagender Vasireddy" userId="" providerId="" clId="Web-{1306484F-5761-4956-ABE6-3ECDF9892181}" dt="2023-06-12T11:20:59.960" v="206" actId="20577"/>
          <ac:spMkLst>
            <pc:docMk/>
            <pc:sldMk cId="437064208" sldId="263"/>
            <ac:spMk id="4" creationId="{7CC97601-AA8E-B2E1-F48E-00CF3DD37C50}"/>
          </ac:spMkLst>
        </pc:spChg>
        <pc:spChg chg="add mod">
          <ac:chgData name="Siva Sai Nagender Vasireddy" userId="" providerId="" clId="Web-{1306484F-5761-4956-ABE6-3ECDF9892181}" dt="2023-06-12T11:29:03.461" v="308" actId="20577"/>
          <ac:spMkLst>
            <pc:docMk/>
            <pc:sldMk cId="437064208" sldId="263"/>
            <ac:spMk id="5" creationId="{DCF06C17-D26D-9776-F488-E07184348A96}"/>
          </ac:spMkLst>
        </pc:spChg>
        <pc:spChg chg="add mod">
          <ac:chgData name="Siva Sai Nagender Vasireddy" userId="" providerId="" clId="Web-{1306484F-5761-4956-ABE6-3ECDF9892181}" dt="2023-06-12T11:29:11.649" v="310" actId="20577"/>
          <ac:spMkLst>
            <pc:docMk/>
            <pc:sldMk cId="437064208" sldId="263"/>
            <ac:spMk id="6" creationId="{0E16A06F-79E0-F3AC-71CE-ABCAC7572FC4}"/>
          </ac:spMkLst>
        </pc:spChg>
        <pc:spChg chg="add mod">
          <ac:chgData name="Siva Sai Nagender Vasireddy" userId="" providerId="" clId="Web-{1306484F-5761-4956-ABE6-3ECDF9892181}" dt="2023-06-12T11:27:19.488" v="302" actId="20577"/>
          <ac:spMkLst>
            <pc:docMk/>
            <pc:sldMk cId="437064208" sldId="263"/>
            <ac:spMk id="7" creationId="{DDDE73FA-35C0-7F34-3C3E-755DA1EFB03C}"/>
          </ac:spMkLst>
        </pc:spChg>
        <pc:spChg chg="add mod">
          <ac:chgData name="Siva Sai Nagender Vasireddy" userId="" providerId="" clId="Web-{1306484F-5761-4956-ABE6-3ECDF9892181}" dt="2023-06-12T11:27:37.098" v="306" actId="20577"/>
          <ac:spMkLst>
            <pc:docMk/>
            <pc:sldMk cId="437064208" sldId="263"/>
            <ac:spMk id="8" creationId="{08E1B4A0-F53A-EF41-B1A7-30B12A552F58}"/>
          </ac:spMkLst>
        </pc:spChg>
        <pc:spChg chg="add mod">
          <ac:chgData name="Siva Sai Nagender Vasireddy" userId="" providerId="" clId="Web-{1306484F-5761-4956-ABE6-3ECDF9892181}" dt="2023-06-12T11:31:20.653" v="323" actId="20577"/>
          <ac:spMkLst>
            <pc:docMk/>
            <pc:sldMk cId="437064208" sldId="263"/>
            <ac:spMk id="9" creationId="{A83B91DD-1094-C927-8E06-7D60BE55F44F}"/>
          </ac:spMkLst>
        </pc:spChg>
        <pc:spChg chg="add mod">
          <ac:chgData name="Siva Sai Nagender Vasireddy" userId="" providerId="" clId="Web-{1306484F-5761-4956-ABE6-3ECDF9892181}" dt="2023-06-12T11:33:09.657" v="346" actId="20577"/>
          <ac:spMkLst>
            <pc:docMk/>
            <pc:sldMk cId="437064208" sldId="263"/>
            <ac:spMk id="10" creationId="{98351020-3A24-7C1C-3B7A-ECEA7B20F522}"/>
          </ac:spMkLst>
        </pc:spChg>
      </pc:sldChg>
      <pc:sldChg chg="del">
        <pc:chgData name="Siva Sai Nagender Vasireddy" userId="" providerId="" clId="Web-{1306484F-5761-4956-ABE6-3ECDF9892181}" dt="2023-06-12T11:33:36.408" v="348"/>
        <pc:sldMkLst>
          <pc:docMk/>
          <pc:sldMk cId="3417815071" sldId="264"/>
        </pc:sldMkLst>
      </pc:sldChg>
      <pc:sldChg chg="del">
        <pc:chgData name="Siva Sai Nagender Vasireddy" userId="" providerId="" clId="Web-{1306484F-5761-4956-ABE6-3ECDF9892181}" dt="2023-06-12T11:33:29.923" v="347"/>
        <pc:sldMkLst>
          <pc:docMk/>
          <pc:sldMk cId="381644681" sldId="265"/>
        </pc:sldMkLst>
      </pc:sldChg>
      <pc:sldChg chg="addSp modSp">
        <pc:chgData name="Siva Sai Nagender Vasireddy" userId="" providerId="" clId="Web-{1306484F-5761-4956-ABE6-3ECDF9892181}" dt="2023-06-12T11:05:03.825" v="28" actId="20577"/>
        <pc:sldMkLst>
          <pc:docMk/>
          <pc:sldMk cId="3493412859" sldId="266"/>
        </pc:sldMkLst>
        <pc:spChg chg="add mod">
          <ac:chgData name="Siva Sai Nagender Vasireddy" userId="" providerId="" clId="Web-{1306484F-5761-4956-ABE6-3ECDF9892181}" dt="2023-06-12T11:04:55.449" v="20" actId="20577"/>
          <ac:spMkLst>
            <pc:docMk/>
            <pc:sldMk cId="3493412859" sldId="266"/>
            <ac:spMk id="3" creationId="{7026A1BC-CCE0-A1F6-CC56-54DCCCAE9C37}"/>
          </ac:spMkLst>
        </pc:spChg>
        <pc:spChg chg="add mod">
          <ac:chgData name="Siva Sai Nagender Vasireddy" userId="" providerId="" clId="Web-{1306484F-5761-4956-ABE6-3ECDF9892181}" dt="2023-06-12T11:04:59.137" v="24" actId="20577"/>
          <ac:spMkLst>
            <pc:docMk/>
            <pc:sldMk cId="3493412859" sldId="266"/>
            <ac:spMk id="4" creationId="{2CF317E4-6024-11A0-EE08-4CE9AADABB69}"/>
          </ac:spMkLst>
        </pc:spChg>
        <pc:spChg chg="add mod">
          <ac:chgData name="Siva Sai Nagender Vasireddy" userId="" providerId="" clId="Web-{1306484F-5761-4956-ABE6-3ECDF9892181}" dt="2023-06-12T11:05:03.825" v="28" actId="20577"/>
          <ac:spMkLst>
            <pc:docMk/>
            <pc:sldMk cId="3493412859" sldId="266"/>
            <ac:spMk id="17" creationId="{EF05D305-3C86-ADDE-C5CF-B91216405DE3}"/>
          </ac:spMkLst>
        </pc:spChg>
      </pc:sldChg>
      <pc:sldChg chg="addSp modSp">
        <pc:chgData name="Siva Sai Nagender Vasireddy" userId="" providerId="" clId="Web-{1306484F-5761-4956-ABE6-3ECDF9892181}" dt="2023-06-12T11:10:19.621" v="87" actId="1076"/>
        <pc:sldMkLst>
          <pc:docMk/>
          <pc:sldMk cId="1893347939" sldId="267"/>
        </pc:sldMkLst>
        <pc:spChg chg="mod">
          <ac:chgData name="Siva Sai Nagender Vasireddy" userId="" providerId="" clId="Web-{1306484F-5761-4956-ABE6-3ECDF9892181}" dt="2023-06-12T11:06:07.530" v="36" actId="20577"/>
          <ac:spMkLst>
            <pc:docMk/>
            <pc:sldMk cId="1893347939" sldId="267"/>
            <ac:spMk id="20" creationId="{E2C90D59-E9DA-4D0F-21B4-80CCE628BEA3}"/>
          </ac:spMkLst>
        </pc:spChg>
        <pc:spChg chg="add">
          <ac:chgData name="Siva Sai Nagender Vasireddy" userId="" providerId="" clId="Web-{1306484F-5761-4956-ABE6-3ECDF9892181}" dt="2023-06-12T11:05:17.810" v="29"/>
          <ac:spMkLst>
            <pc:docMk/>
            <pc:sldMk cId="1893347939" sldId="267"/>
            <ac:spMk id="43" creationId="{B464169F-7E97-7390-1084-74A208439764}"/>
          </ac:spMkLst>
        </pc:spChg>
        <pc:spChg chg="add mod">
          <ac:chgData name="Siva Sai Nagender Vasireddy" userId="" providerId="" clId="Web-{1306484F-5761-4956-ABE6-3ECDF9892181}" dt="2023-06-12T11:06:17.687" v="38" actId="20577"/>
          <ac:spMkLst>
            <pc:docMk/>
            <pc:sldMk cId="1893347939" sldId="267"/>
            <ac:spMk id="46" creationId="{4B6882D8-9BFB-03A6-B6CC-9DC204A2D2AC}"/>
          </ac:spMkLst>
        </pc:spChg>
        <pc:spChg chg="add mod">
          <ac:chgData name="Siva Sai Nagender Vasireddy" userId="" providerId="" clId="Web-{1306484F-5761-4956-ABE6-3ECDF9892181}" dt="2023-06-12T11:06:43.891" v="41" actId="20577"/>
          <ac:spMkLst>
            <pc:docMk/>
            <pc:sldMk cId="1893347939" sldId="267"/>
            <ac:spMk id="47" creationId="{63FE3172-EE37-C17B-6EE5-AC222371C773}"/>
          </ac:spMkLst>
        </pc:spChg>
        <pc:spChg chg="add mod">
          <ac:chgData name="Siva Sai Nagender Vasireddy" userId="" providerId="" clId="Web-{1306484F-5761-4956-ABE6-3ECDF9892181}" dt="2023-06-12T11:10:19.621" v="87" actId="1076"/>
          <ac:spMkLst>
            <pc:docMk/>
            <pc:sldMk cId="1893347939" sldId="267"/>
            <ac:spMk id="48" creationId="{F8A517E1-D4BB-2981-E724-B8F21CE1D346}"/>
          </ac:spMkLst>
        </pc:spChg>
      </pc:sldChg>
      <pc:sldChg chg="modSp">
        <pc:chgData name="Siva Sai Nagender Vasireddy" userId="" providerId="" clId="Web-{1306484F-5761-4956-ABE6-3ECDF9892181}" dt="2023-06-12T11:12:09.828" v="117" actId="20577"/>
        <pc:sldMkLst>
          <pc:docMk/>
          <pc:sldMk cId="3028441033" sldId="268"/>
        </pc:sldMkLst>
        <pc:spChg chg="mod">
          <ac:chgData name="Siva Sai Nagender Vasireddy" userId="" providerId="" clId="Web-{1306484F-5761-4956-ABE6-3ECDF9892181}" dt="2023-06-12T11:11:56.718" v="106" actId="20577"/>
          <ac:spMkLst>
            <pc:docMk/>
            <pc:sldMk cId="3028441033" sldId="268"/>
            <ac:spMk id="31" creationId="{7B8D5066-7FA8-8B40-DB08-BE63B5A1FA56}"/>
          </ac:spMkLst>
        </pc:spChg>
        <pc:spChg chg="mod">
          <ac:chgData name="Siva Sai Nagender Vasireddy" userId="" providerId="" clId="Web-{1306484F-5761-4956-ABE6-3ECDF9892181}" dt="2023-06-12T11:12:09.828" v="117" actId="20577"/>
          <ac:spMkLst>
            <pc:docMk/>
            <pc:sldMk cId="3028441033" sldId="268"/>
            <ac:spMk id="46" creationId="{F0AE31FB-0746-61A6-DE39-21ABE8D8FEB6}"/>
          </ac:spMkLst>
        </pc:spChg>
      </pc:sldChg>
      <pc:sldChg chg="modSp">
        <pc:chgData name="Siva Sai Nagender Vasireddy" userId="" providerId="" clId="Web-{1306484F-5761-4956-ABE6-3ECDF9892181}" dt="2023-06-12T11:13:32.315" v="121" actId="20577"/>
        <pc:sldMkLst>
          <pc:docMk/>
          <pc:sldMk cId="2098782532" sldId="271"/>
        </pc:sldMkLst>
        <pc:spChg chg="mod">
          <ac:chgData name="Siva Sai Nagender Vasireddy" userId="" providerId="" clId="Web-{1306484F-5761-4956-ABE6-3ECDF9892181}" dt="2023-06-12T11:13:32.315" v="121" actId="20577"/>
          <ac:spMkLst>
            <pc:docMk/>
            <pc:sldMk cId="2098782532" sldId="271"/>
            <ac:spMk id="3" creationId="{D6613EA9-8BDF-41BE-5E0A-4C1F594F0C05}"/>
          </ac:spMkLst>
        </pc:spChg>
      </pc:sldChg>
      <pc:sldChg chg="modSp new">
        <pc:chgData name="Siva Sai Nagender Vasireddy" userId="" providerId="" clId="Web-{1306484F-5761-4956-ABE6-3ECDF9892181}" dt="2023-06-12T11:46:37.455" v="511" actId="20577"/>
        <pc:sldMkLst>
          <pc:docMk/>
          <pc:sldMk cId="482059906" sldId="272"/>
        </pc:sldMkLst>
        <pc:spChg chg="mod">
          <ac:chgData name="Siva Sai Nagender Vasireddy" userId="" providerId="" clId="Web-{1306484F-5761-4956-ABE6-3ECDF9892181}" dt="2023-06-12T11:33:49.705" v="353" actId="20577"/>
          <ac:spMkLst>
            <pc:docMk/>
            <pc:sldMk cId="482059906" sldId="272"/>
            <ac:spMk id="2" creationId="{C1F956F9-D1DB-E84C-A660-63FF2200BEBC}"/>
          </ac:spMkLst>
        </pc:spChg>
        <pc:spChg chg="mod">
          <ac:chgData name="Siva Sai Nagender Vasireddy" userId="" providerId="" clId="Web-{1306484F-5761-4956-ABE6-3ECDF9892181}" dt="2023-06-12T11:46:37.455" v="511" actId="20577"/>
          <ac:spMkLst>
            <pc:docMk/>
            <pc:sldMk cId="482059906" sldId="272"/>
            <ac:spMk id="3" creationId="{6847FF09-5B70-6A95-6B9E-ECB45C40BBBF}"/>
          </ac:spMkLst>
        </pc:spChg>
      </pc:sldChg>
      <pc:sldChg chg="addSp modSp new">
        <pc:chgData name="Siva Sai Nagender Vasireddy" userId="" providerId="" clId="Web-{1306484F-5761-4956-ABE6-3ECDF9892181}" dt="2023-06-12T11:51:02.026" v="581" actId="20577"/>
        <pc:sldMkLst>
          <pc:docMk/>
          <pc:sldMk cId="3232459170" sldId="273"/>
        </pc:sldMkLst>
        <pc:spChg chg="mod">
          <ac:chgData name="Siva Sai Nagender Vasireddy" userId="" providerId="" clId="Web-{1306484F-5761-4956-ABE6-3ECDF9892181}" dt="2023-06-12T11:46:51.143" v="519" actId="20577"/>
          <ac:spMkLst>
            <pc:docMk/>
            <pc:sldMk cId="3232459170" sldId="273"/>
            <ac:spMk id="2" creationId="{32119728-8F73-06AC-861A-FA84B134C922}"/>
          </ac:spMkLst>
        </pc:spChg>
        <pc:spChg chg="mod">
          <ac:chgData name="Siva Sai Nagender Vasireddy" userId="" providerId="" clId="Web-{1306484F-5761-4956-ABE6-3ECDF9892181}" dt="2023-06-12T11:49:54.149" v="562" actId="20577"/>
          <ac:spMkLst>
            <pc:docMk/>
            <pc:sldMk cId="3232459170" sldId="273"/>
            <ac:spMk id="3" creationId="{B7CC32F0-04DE-3A64-4FCD-9D47A1CEA914}"/>
          </ac:spMkLst>
        </pc:spChg>
        <pc:spChg chg="add mod">
          <ac:chgData name="Siva Sai Nagender Vasireddy" userId="" providerId="" clId="Web-{1306484F-5761-4956-ABE6-3ECDF9892181}" dt="2023-06-12T11:51:02.026" v="581" actId="20577"/>
          <ac:spMkLst>
            <pc:docMk/>
            <pc:sldMk cId="3232459170" sldId="273"/>
            <ac:spMk id="5" creationId="{915F5373-D38C-577D-6CCF-0CE715346415}"/>
          </ac:spMkLst>
        </pc:spChg>
        <pc:picChg chg="add mod">
          <ac:chgData name="Siva Sai Nagender Vasireddy" userId="" providerId="" clId="Web-{1306484F-5761-4956-ABE6-3ECDF9892181}" dt="2023-06-12T11:50:10.696" v="566" actId="1076"/>
          <ac:picMkLst>
            <pc:docMk/>
            <pc:sldMk cId="3232459170" sldId="273"/>
            <ac:picMk id="4" creationId="{490A39E2-9F29-681C-01B0-ECCE30828CA1}"/>
          </ac:picMkLst>
        </pc:picChg>
      </pc:sldChg>
      <pc:sldChg chg="addSp modSp new">
        <pc:chgData name="Siva Sai Nagender Vasireddy" userId="" providerId="" clId="Web-{1306484F-5761-4956-ABE6-3ECDF9892181}" dt="2023-06-12T11:55:55.568" v="658" actId="1076"/>
        <pc:sldMkLst>
          <pc:docMk/>
          <pc:sldMk cId="1384199741" sldId="274"/>
        </pc:sldMkLst>
        <pc:spChg chg="mod">
          <ac:chgData name="Siva Sai Nagender Vasireddy" userId="" providerId="" clId="Web-{1306484F-5761-4956-ABE6-3ECDF9892181}" dt="2023-06-12T11:51:43.200" v="588" actId="20577"/>
          <ac:spMkLst>
            <pc:docMk/>
            <pc:sldMk cId="1384199741" sldId="274"/>
            <ac:spMk id="2" creationId="{B55BFC10-5ED5-FDFC-FB47-DD337B7C0F0E}"/>
          </ac:spMkLst>
        </pc:spChg>
        <pc:spChg chg="mod">
          <ac:chgData name="Siva Sai Nagender Vasireddy" userId="" providerId="" clId="Web-{1306484F-5761-4956-ABE6-3ECDF9892181}" dt="2023-06-12T11:55:16.613" v="652" actId="20577"/>
          <ac:spMkLst>
            <pc:docMk/>
            <pc:sldMk cId="1384199741" sldId="274"/>
            <ac:spMk id="3" creationId="{B65E0500-43B0-113F-3AF5-1B2C79935C80}"/>
          </ac:spMkLst>
        </pc:spChg>
        <pc:picChg chg="add mod">
          <ac:chgData name="Siva Sai Nagender Vasireddy" userId="" providerId="" clId="Web-{1306484F-5761-4956-ABE6-3ECDF9892181}" dt="2023-06-12T11:54:38.721" v="632" actId="14100"/>
          <ac:picMkLst>
            <pc:docMk/>
            <pc:sldMk cId="1384199741" sldId="274"/>
            <ac:picMk id="4" creationId="{85A42245-1723-F9EE-CFDB-0A93CEB1994C}"/>
          </ac:picMkLst>
        </pc:picChg>
        <pc:picChg chg="add mod">
          <ac:chgData name="Siva Sai Nagender Vasireddy" userId="" providerId="" clId="Web-{1306484F-5761-4956-ABE6-3ECDF9892181}" dt="2023-06-12T11:55:55.568" v="658" actId="1076"/>
          <ac:picMkLst>
            <pc:docMk/>
            <pc:sldMk cId="1384199741" sldId="274"/>
            <ac:picMk id="5" creationId="{5A614C2B-4730-93D2-47F6-F72FD81B661C}"/>
          </ac:picMkLst>
        </pc:picChg>
      </pc:sldChg>
      <pc:sldChg chg="addSp delSp modSp new">
        <pc:chgData name="Siva Sai Nagender Vasireddy" userId="" providerId="" clId="Web-{1306484F-5761-4956-ABE6-3ECDF9892181}" dt="2023-06-12T12:07:55.703" v="767"/>
        <pc:sldMkLst>
          <pc:docMk/>
          <pc:sldMk cId="2716865384" sldId="275"/>
        </pc:sldMkLst>
        <pc:spChg chg="mod">
          <ac:chgData name="Siva Sai Nagender Vasireddy" userId="" providerId="" clId="Web-{1306484F-5761-4956-ABE6-3ECDF9892181}" dt="2023-06-12T11:56:27.475" v="663" actId="20577"/>
          <ac:spMkLst>
            <pc:docMk/>
            <pc:sldMk cId="2716865384" sldId="275"/>
            <ac:spMk id="2" creationId="{7BC95704-1DB9-8E8E-EA5D-4EC01FF0C914}"/>
          </ac:spMkLst>
        </pc:spChg>
        <pc:spChg chg="mod">
          <ac:chgData name="Siva Sai Nagender Vasireddy" userId="" providerId="" clId="Web-{1306484F-5761-4956-ABE6-3ECDF9892181}" dt="2023-06-12T12:06:28.560" v="765" actId="20577"/>
          <ac:spMkLst>
            <pc:docMk/>
            <pc:sldMk cId="2716865384" sldId="275"/>
            <ac:spMk id="3" creationId="{3904238C-8973-4B66-782D-2FC8F0E59B0E}"/>
          </ac:spMkLst>
        </pc:spChg>
        <pc:picChg chg="add del mod">
          <ac:chgData name="Siva Sai Nagender Vasireddy" userId="" providerId="" clId="Web-{1306484F-5761-4956-ABE6-3ECDF9892181}" dt="2023-06-12T12:07:55.703" v="767"/>
          <ac:picMkLst>
            <pc:docMk/>
            <pc:sldMk cId="2716865384" sldId="275"/>
            <ac:picMk id="4" creationId="{3BE85AD5-A329-5801-31BE-A31DE28A0EEA}"/>
          </ac:picMkLst>
        </pc:picChg>
      </pc:sldChg>
      <pc:sldChg chg="addSp delSp modSp new">
        <pc:chgData name="Siva Sai Nagender Vasireddy" userId="" providerId="" clId="Web-{1306484F-5761-4956-ABE6-3ECDF9892181}" dt="2023-06-12T12:08:45.736" v="778"/>
        <pc:sldMkLst>
          <pc:docMk/>
          <pc:sldMk cId="2516606575" sldId="276"/>
        </pc:sldMkLst>
        <pc:spChg chg="mod">
          <ac:chgData name="Siva Sai Nagender Vasireddy" userId="" providerId="" clId="Web-{1306484F-5761-4956-ABE6-3ECDF9892181}" dt="2023-06-12T12:08:04" v="773" actId="20577"/>
          <ac:spMkLst>
            <pc:docMk/>
            <pc:sldMk cId="2516606575" sldId="276"/>
            <ac:spMk id="2" creationId="{141A2C97-809C-ABBC-48B0-17C0F39216AA}"/>
          </ac:spMkLst>
        </pc:spChg>
        <pc:spChg chg="del">
          <ac:chgData name="Siva Sai Nagender Vasireddy" userId="" providerId="" clId="Web-{1306484F-5761-4956-ABE6-3ECDF9892181}" dt="2023-06-12T12:08:09.782" v="774"/>
          <ac:spMkLst>
            <pc:docMk/>
            <pc:sldMk cId="2516606575" sldId="276"/>
            <ac:spMk id="3" creationId="{465AAE02-E191-6669-6B6E-63053FA2FDF4}"/>
          </ac:spMkLst>
        </pc:spChg>
        <pc:spChg chg="add del mod">
          <ac:chgData name="Siva Sai Nagender Vasireddy" userId="" providerId="" clId="Web-{1306484F-5761-4956-ABE6-3ECDF9892181}" dt="2023-06-12T12:08:45.736" v="778"/>
          <ac:spMkLst>
            <pc:docMk/>
            <pc:sldMk cId="2516606575" sldId="276"/>
            <ac:spMk id="6" creationId="{B6827CA8-6D85-D71E-DC3E-550118E53A7F}"/>
          </ac:spMkLst>
        </pc:spChg>
        <pc:picChg chg="add del mod ord">
          <ac:chgData name="Siva Sai Nagender Vasireddy" userId="" providerId="" clId="Web-{1306484F-5761-4956-ABE6-3ECDF9892181}" dt="2023-06-12T12:08:33.158" v="777"/>
          <ac:picMkLst>
            <pc:docMk/>
            <pc:sldMk cId="2516606575" sldId="276"/>
            <ac:picMk id="4" creationId="{F1D240CF-8BAC-F45B-B070-4FE591B87E33}"/>
          </ac:picMkLst>
        </pc:picChg>
        <pc:picChg chg="add mod ord">
          <ac:chgData name="Siva Sai Nagender Vasireddy" userId="" providerId="" clId="Web-{1306484F-5761-4956-ABE6-3ECDF9892181}" dt="2023-06-12T12:08:45.736" v="778"/>
          <ac:picMkLst>
            <pc:docMk/>
            <pc:sldMk cId="2516606575" sldId="276"/>
            <ac:picMk id="7" creationId="{04AB5A45-FF35-2A54-3F0B-350D6B88036C}"/>
          </ac:picMkLst>
        </pc:picChg>
      </pc:sldChg>
      <pc:sldChg chg="addSp delSp modSp new">
        <pc:chgData name="Siva Sai Nagender Vasireddy" userId="" providerId="" clId="Web-{1306484F-5761-4956-ABE6-3ECDF9892181}" dt="2023-06-12T12:09:46.738" v="784"/>
        <pc:sldMkLst>
          <pc:docMk/>
          <pc:sldMk cId="2694420666" sldId="277"/>
        </pc:sldMkLst>
        <pc:spChg chg="mod">
          <ac:chgData name="Siva Sai Nagender Vasireddy" userId="" providerId="" clId="Web-{1306484F-5761-4956-ABE6-3ECDF9892181}" dt="2023-06-12T12:09:42.144" v="783" actId="20577"/>
          <ac:spMkLst>
            <pc:docMk/>
            <pc:sldMk cId="2694420666" sldId="277"/>
            <ac:spMk id="2" creationId="{E19A11DF-46EE-7797-19B5-A508520F0E92}"/>
          </ac:spMkLst>
        </pc:spChg>
        <pc:spChg chg="del">
          <ac:chgData name="Siva Sai Nagender Vasireddy" userId="" providerId="" clId="Web-{1306484F-5761-4956-ABE6-3ECDF9892181}" dt="2023-06-12T12:09:46.738" v="784"/>
          <ac:spMkLst>
            <pc:docMk/>
            <pc:sldMk cId="2694420666" sldId="277"/>
            <ac:spMk id="3" creationId="{C111C0B4-E123-4204-979A-F35F9017219B}"/>
          </ac:spMkLst>
        </pc:spChg>
        <pc:picChg chg="add mod ord">
          <ac:chgData name="Siva Sai Nagender Vasireddy" userId="" providerId="" clId="Web-{1306484F-5761-4956-ABE6-3ECDF9892181}" dt="2023-06-12T12:09:46.738" v="784"/>
          <ac:picMkLst>
            <pc:docMk/>
            <pc:sldMk cId="2694420666" sldId="277"/>
            <ac:picMk id="4" creationId="{99979B8B-BDDD-86B6-4DD5-AAC78E1C39A8}"/>
          </ac:picMkLst>
        </pc:picChg>
      </pc:sldChg>
      <pc:sldChg chg="addSp delSp modSp new">
        <pc:chgData name="Siva Sai Nagender Vasireddy" userId="" providerId="" clId="Web-{1306484F-5761-4956-ABE6-3ECDF9892181}" dt="2023-06-12T12:12:45.979" v="789"/>
        <pc:sldMkLst>
          <pc:docMk/>
          <pc:sldMk cId="52051312" sldId="278"/>
        </pc:sldMkLst>
        <pc:spChg chg="mod">
          <ac:chgData name="Siva Sai Nagender Vasireddy" userId="" providerId="" clId="Web-{1306484F-5761-4956-ABE6-3ECDF9892181}" dt="2023-06-12T12:12:40.244" v="788" actId="20577"/>
          <ac:spMkLst>
            <pc:docMk/>
            <pc:sldMk cId="52051312" sldId="278"/>
            <ac:spMk id="2" creationId="{F7EEFCC4-3697-88DC-3425-993855F49DFA}"/>
          </ac:spMkLst>
        </pc:spChg>
        <pc:spChg chg="del">
          <ac:chgData name="Siva Sai Nagender Vasireddy" userId="" providerId="" clId="Web-{1306484F-5761-4956-ABE6-3ECDF9892181}" dt="2023-06-12T12:12:45.979" v="789"/>
          <ac:spMkLst>
            <pc:docMk/>
            <pc:sldMk cId="52051312" sldId="278"/>
            <ac:spMk id="3" creationId="{7D7F6109-749D-4D86-FFAE-0BC91E977C13}"/>
          </ac:spMkLst>
        </pc:spChg>
        <pc:picChg chg="add mod ord">
          <ac:chgData name="Siva Sai Nagender Vasireddy" userId="" providerId="" clId="Web-{1306484F-5761-4956-ABE6-3ECDF9892181}" dt="2023-06-12T12:12:45.979" v="789"/>
          <ac:picMkLst>
            <pc:docMk/>
            <pc:sldMk cId="52051312" sldId="278"/>
            <ac:picMk id="4" creationId="{D9D515E6-9AC4-8BB6-E3EC-26A1CCC9B59D}"/>
          </ac:picMkLst>
        </pc:picChg>
      </pc:sldChg>
      <pc:sldChg chg="addSp delSp modSp new">
        <pc:chgData name="Siva Sai Nagender Vasireddy" userId="" providerId="" clId="Web-{1306484F-5761-4956-ABE6-3ECDF9892181}" dt="2023-06-12T12:13:46.637" v="797" actId="20577"/>
        <pc:sldMkLst>
          <pc:docMk/>
          <pc:sldMk cId="3117655357" sldId="279"/>
        </pc:sldMkLst>
        <pc:spChg chg="mod">
          <ac:chgData name="Siva Sai Nagender Vasireddy" userId="" providerId="" clId="Web-{1306484F-5761-4956-ABE6-3ECDF9892181}" dt="2023-06-12T12:13:46.637" v="797" actId="20577"/>
          <ac:spMkLst>
            <pc:docMk/>
            <pc:sldMk cId="3117655357" sldId="279"/>
            <ac:spMk id="2" creationId="{8D86AE02-A7C9-01E8-35D9-382AD9FED0D4}"/>
          </ac:spMkLst>
        </pc:spChg>
        <pc:spChg chg="del">
          <ac:chgData name="Siva Sai Nagender Vasireddy" userId="" providerId="" clId="Web-{1306484F-5761-4956-ABE6-3ECDF9892181}" dt="2023-06-12T12:13:35.574" v="791"/>
          <ac:spMkLst>
            <pc:docMk/>
            <pc:sldMk cId="3117655357" sldId="279"/>
            <ac:spMk id="3" creationId="{48796B4F-66A5-D1FC-205A-A39906249180}"/>
          </ac:spMkLst>
        </pc:spChg>
        <pc:picChg chg="add mod ord">
          <ac:chgData name="Siva Sai Nagender Vasireddy" userId="" providerId="" clId="Web-{1306484F-5761-4956-ABE6-3ECDF9892181}" dt="2023-06-12T12:13:35.574" v="791"/>
          <ac:picMkLst>
            <pc:docMk/>
            <pc:sldMk cId="3117655357" sldId="279"/>
            <ac:picMk id="4" creationId="{0002F619-B435-3F54-82F3-A5D39A0E578F}"/>
          </ac:picMkLst>
        </pc:picChg>
      </pc:sldChg>
      <pc:sldChg chg="addSp delSp modSp new">
        <pc:chgData name="Siva Sai Nagender Vasireddy" userId="" providerId="" clId="Web-{1306484F-5761-4956-ABE6-3ECDF9892181}" dt="2023-06-12T12:22:27.765" v="893" actId="20577"/>
        <pc:sldMkLst>
          <pc:docMk/>
          <pc:sldMk cId="2741170956" sldId="280"/>
        </pc:sldMkLst>
        <pc:spChg chg="mod">
          <ac:chgData name="Siva Sai Nagender Vasireddy" userId="" providerId="" clId="Web-{1306484F-5761-4956-ABE6-3ECDF9892181}" dt="2023-06-12T12:15:26.094" v="807" actId="20577"/>
          <ac:spMkLst>
            <pc:docMk/>
            <pc:sldMk cId="2741170956" sldId="280"/>
            <ac:spMk id="2" creationId="{609B4CD2-72CA-56F9-F63C-23ECBB9D3506}"/>
          </ac:spMkLst>
        </pc:spChg>
        <pc:spChg chg="del">
          <ac:chgData name="Siva Sai Nagender Vasireddy" userId="" providerId="" clId="Web-{1306484F-5761-4956-ABE6-3ECDF9892181}" dt="2023-06-12T12:16:12.470" v="808"/>
          <ac:spMkLst>
            <pc:docMk/>
            <pc:sldMk cId="2741170956" sldId="280"/>
            <ac:spMk id="3" creationId="{92B22A4E-3F68-1AA8-79DE-FF412D692D4D}"/>
          </ac:spMkLst>
        </pc:spChg>
        <pc:spChg chg="add mod">
          <ac:chgData name="Siva Sai Nagender Vasireddy" userId="" providerId="" clId="Web-{1306484F-5761-4956-ABE6-3ECDF9892181}" dt="2023-06-12T12:19:57.775" v="858" actId="14100"/>
          <ac:spMkLst>
            <pc:docMk/>
            <pc:sldMk cId="2741170956" sldId="280"/>
            <ac:spMk id="5" creationId="{275CADC5-5E11-F38E-8C5E-65B2B5CF5ECB}"/>
          </ac:spMkLst>
        </pc:spChg>
        <pc:spChg chg="add mod">
          <ac:chgData name="Siva Sai Nagender Vasireddy" userId="" providerId="" clId="Web-{1306484F-5761-4956-ABE6-3ECDF9892181}" dt="2023-06-12T12:18:56.507" v="851" actId="14100"/>
          <ac:spMkLst>
            <pc:docMk/>
            <pc:sldMk cId="2741170956" sldId="280"/>
            <ac:spMk id="6" creationId="{39C31BD6-97A0-73CA-00AD-58665F0D80EC}"/>
          </ac:spMkLst>
        </pc:spChg>
        <pc:spChg chg="add mod">
          <ac:chgData name="Siva Sai Nagender Vasireddy" userId="" providerId="" clId="Web-{1306484F-5761-4956-ABE6-3ECDF9892181}" dt="2023-06-12T12:22:03.420" v="889" actId="20577"/>
          <ac:spMkLst>
            <pc:docMk/>
            <pc:sldMk cId="2741170956" sldId="280"/>
            <ac:spMk id="7" creationId="{A9A909A4-4A11-8C2A-41F0-FAACF5685B2D}"/>
          </ac:spMkLst>
        </pc:spChg>
        <pc:spChg chg="add mod">
          <ac:chgData name="Siva Sai Nagender Vasireddy" userId="" providerId="" clId="Web-{1306484F-5761-4956-ABE6-3ECDF9892181}" dt="2023-06-12T12:22:27.765" v="893" actId="20577"/>
          <ac:spMkLst>
            <pc:docMk/>
            <pc:sldMk cId="2741170956" sldId="280"/>
            <ac:spMk id="8" creationId="{343D7A57-F818-7F95-CA67-A2688459F6B9}"/>
          </ac:spMkLst>
        </pc:spChg>
        <pc:picChg chg="add mod ord">
          <ac:chgData name="Siva Sai Nagender Vasireddy" userId="" providerId="" clId="Web-{1306484F-5761-4956-ABE6-3ECDF9892181}" dt="2023-06-12T12:16:24.330" v="810" actId="1076"/>
          <ac:picMkLst>
            <pc:docMk/>
            <pc:sldMk cId="2741170956" sldId="280"/>
            <ac:picMk id="4" creationId="{A84F24EF-9A3F-069B-88F6-713C5363B03E}"/>
          </ac:picMkLst>
        </pc:picChg>
      </pc:sldChg>
    </pc:docChg>
  </pc:docChgLst>
  <pc:docChgLst>
    <pc:chgData name="Siva Sai Nagender Vasireddy" userId="uYCnjPpBgMg6RgHbw9fc4TXQxlFkerQmdP2dxZZTDbY=" providerId="None" clId="Web-{BBCC2942-F2F9-4487-8A58-EC02FE2EAACC}"/>
    <pc:docChg chg="modSld">
      <pc:chgData name="Siva Sai Nagender Vasireddy" userId="uYCnjPpBgMg6RgHbw9fc4TXQxlFkerQmdP2dxZZTDbY=" providerId="None" clId="Web-{BBCC2942-F2F9-4487-8A58-EC02FE2EAACC}" dt="2023-06-11T19:32:24.309" v="336" actId="20577"/>
      <pc:docMkLst>
        <pc:docMk/>
      </pc:docMkLst>
      <pc:sldChg chg="addSp delSp modSp">
        <pc:chgData name="Siva Sai Nagender Vasireddy" userId="uYCnjPpBgMg6RgHbw9fc4TXQxlFkerQmdP2dxZZTDbY=" providerId="None" clId="Web-{BBCC2942-F2F9-4487-8A58-EC02FE2EAACC}" dt="2023-06-11T19:32:24.309" v="336" actId="20577"/>
        <pc:sldMkLst>
          <pc:docMk/>
          <pc:sldMk cId="2975023013" sldId="258"/>
        </pc:sldMkLst>
        <pc:spChg chg="add mod topLvl">
          <ac:chgData name="Siva Sai Nagender Vasireddy" userId="uYCnjPpBgMg6RgHbw9fc4TXQxlFkerQmdP2dxZZTDbY=" providerId="None" clId="Web-{BBCC2942-F2F9-4487-8A58-EC02FE2EAACC}" dt="2023-06-11T19:12:34.669" v="174" actId="14100"/>
          <ac:spMkLst>
            <pc:docMk/>
            <pc:sldMk cId="2975023013" sldId="258"/>
            <ac:spMk id="4" creationId="{DC2935EC-360A-BAF9-1254-0B07DB0E22D2}"/>
          </ac:spMkLst>
        </pc:spChg>
        <pc:spChg chg="del">
          <ac:chgData name="Siva Sai Nagender Vasireddy" userId="uYCnjPpBgMg6RgHbw9fc4TXQxlFkerQmdP2dxZZTDbY=" providerId="None" clId="Web-{BBCC2942-F2F9-4487-8A58-EC02FE2EAACC}" dt="2023-06-11T18:53:39.671" v="0"/>
          <ac:spMkLst>
            <pc:docMk/>
            <pc:sldMk cId="2975023013" sldId="258"/>
            <ac:spMk id="5" creationId="{59F183CB-1A28-C362-21F4-099ECBBDF423}"/>
          </ac:spMkLst>
        </pc:spChg>
        <pc:spChg chg="add mod topLvl">
          <ac:chgData name="Siva Sai Nagender Vasireddy" userId="uYCnjPpBgMg6RgHbw9fc4TXQxlFkerQmdP2dxZZTDbY=" providerId="None" clId="Web-{BBCC2942-F2F9-4487-8A58-EC02FE2EAACC}" dt="2023-06-11T19:12:05.074" v="171" actId="14100"/>
          <ac:spMkLst>
            <pc:docMk/>
            <pc:sldMk cId="2975023013" sldId="258"/>
            <ac:spMk id="6" creationId="{617A75A2-099E-A7AC-14B1-6820EB0713E0}"/>
          </ac:spMkLst>
        </pc:spChg>
        <pc:spChg chg="add mod ord topLvl">
          <ac:chgData name="Siva Sai Nagender Vasireddy" userId="uYCnjPpBgMg6RgHbw9fc4TXQxlFkerQmdP2dxZZTDbY=" providerId="None" clId="Web-{BBCC2942-F2F9-4487-8A58-EC02FE2EAACC}" dt="2023-06-11T19:13:04.420" v="176" actId="14100"/>
          <ac:spMkLst>
            <pc:docMk/>
            <pc:sldMk cId="2975023013" sldId="258"/>
            <ac:spMk id="7" creationId="{DCD8D914-1417-D81C-50FF-B0B15916AE2A}"/>
          </ac:spMkLst>
        </pc:spChg>
        <pc:spChg chg="add mod topLvl">
          <ac:chgData name="Siva Sai Nagender Vasireddy" userId="uYCnjPpBgMg6RgHbw9fc4TXQxlFkerQmdP2dxZZTDbY=" providerId="None" clId="Web-{BBCC2942-F2F9-4487-8A58-EC02FE2EAACC}" dt="2023-06-11T19:11:24.917" v="168"/>
          <ac:spMkLst>
            <pc:docMk/>
            <pc:sldMk cId="2975023013" sldId="258"/>
            <ac:spMk id="8" creationId="{636745A4-FC68-70DD-5165-F96F0FC1C891}"/>
          </ac:spMkLst>
        </pc:spChg>
        <pc:spChg chg="add mod topLvl">
          <ac:chgData name="Siva Sai Nagender Vasireddy" userId="uYCnjPpBgMg6RgHbw9fc4TXQxlFkerQmdP2dxZZTDbY=" providerId="None" clId="Web-{BBCC2942-F2F9-4487-8A58-EC02FE2EAACC}" dt="2023-06-11T19:11:24.917" v="168"/>
          <ac:spMkLst>
            <pc:docMk/>
            <pc:sldMk cId="2975023013" sldId="258"/>
            <ac:spMk id="9" creationId="{27B33E36-995A-6A3D-2732-3AE4732B751E}"/>
          </ac:spMkLst>
        </pc:spChg>
        <pc:spChg chg="add mod topLvl">
          <ac:chgData name="Siva Sai Nagender Vasireddy" userId="uYCnjPpBgMg6RgHbw9fc4TXQxlFkerQmdP2dxZZTDbY=" providerId="None" clId="Web-{BBCC2942-F2F9-4487-8A58-EC02FE2EAACC}" dt="2023-06-11T19:11:24.917" v="168"/>
          <ac:spMkLst>
            <pc:docMk/>
            <pc:sldMk cId="2975023013" sldId="258"/>
            <ac:spMk id="10" creationId="{281ED98E-FD77-2C3C-3375-E59E53CA6926}"/>
          </ac:spMkLst>
        </pc:spChg>
        <pc:spChg chg="add mod topLvl">
          <ac:chgData name="Siva Sai Nagender Vasireddy" userId="uYCnjPpBgMg6RgHbw9fc4TXQxlFkerQmdP2dxZZTDbY=" providerId="None" clId="Web-{BBCC2942-F2F9-4487-8A58-EC02FE2EAACC}" dt="2023-06-11T19:11:24.917" v="168"/>
          <ac:spMkLst>
            <pc:docMk/>
            <pc:sldMk cId="2975023013" sldId="258"/>
            <ac:spMk id="11" creationId="{E568AA13-9117-04D2-A2C7-A531856ECA52}"/>
          </ac:spMkLst>
        </pc:spChg>
        <pc:spChg chg="add mod topLvl">
          <ac:chgData name="Siva Sai Nagender Vasireddy" userId="uYCnjPpBgMg6RgHbw9fc4TXQxlFkerQmdP2dxZZTDbY=" providerId="None" clId="Web-{BBCC2942-F2F9-4487-8A58-EC02FE2EAACC}" dt="2023-06-11T19:11:24.917" v="168"/>
          <ac:spMkLst>
            <pc:docMk/>
            <pc:sldMk cId="2975023013" sldId="258"/>
            <ac:spMk id="12" creationId="{E8336212-9292-B8A5-1722-F0920C16C3B0}"/>
          </ac:spMkLst>
        </pc:spChg>
        <pc:spChg chg="add mod">
          <ac:chgData name="Siva Sai Nagender Vasireddy" userId="uYCnjPpBgMg6RgHbw9fc4TXQxlFkerQmdP2dxZZTDbY=" providerId="None" clId="Web-{BBCC2942-F2F9-4487-8A58-EC02FE2EAACC}" dt="2023-06-11T19:26:52.253" v="302" actId="20577"/>
          <ac:spMkLst>
            <pc:docMk/>
            <pc:sldMk cId="2975023013" sldId="258"/>
            <ac:spMk id="15" creationId="{471B4AEA-AD73-0F27-5DC7-CD9152AEE580}"/>
          </ac:spMkLst>
        </pc:spChg>
        <pc:spChg chg="add mod">
          <ac:chgData name="Siva Sai Nagender Vasireddy" userId="uYCnjPpBgMg6RgHbw9fc4TXQxlFkerQmdP2dxZZTDbY=" providerId="None" clId="Web-{BBCC2942-F2F9-4487-8A58-EC02FE2EAACC}" dt="2023-06-11T19:26:03.049" v="288" actId="1076"/>
          <ac:spMkLst>
            <pc:docMk/>
            <pc:sldMk cId="2975023013" sldId="258"/>
            <ac:spMk id="16" creationId="{8C85DED2-321B-F2AF-96B5-652D04704B5E}"/>
          </ac:spMkLst>
        </pc:spChg>
        <pc:spChg chg="add mod">
          <ac:chgData name="Siva Sai Nagender Vasireddy" userId="uYCnjPpBgMg6RgHbw9fc4TXQxlFkerQmdP2dxZZTDbY=" providerId="None" clId="Web-{BBCC2942-F2F9-4487-8A58-EC02FE2EAACC}" dt="2023-06-11T19:25:12.454" v="283" actId="1076"/>
          <ac:spMkLst>
            <pc:docMk/>
            <pc:sldMk cId="2975023013" sldId="258"/>
            <ac:spMk id="17" creationId="{5CDCDBF9-E891-CFC4-DDFF-56C7478B3D9B}"/>
          </ac:spMkLst>
        </pc:spChg>
        <pc:spChg chg="add mod">
          <ac:chgData name="Siva Sai Nagender Vasireddy" userId="uYCnjPpBgMg6RgHbw9fc4TXQxlFkerQmdP2dxZZTDbY=" providerId="None" clId="Web-{BBCC2942-F2F9-4487-8A58-EC02FE2EAACC}" dt="2023-06-11T19:25:27.032" v="285" actId="1076"/>
          <ac:spMkLst>
            <pc:docMk/>
            <pc:sldMk cId="2975023013" sldId="258"/>
            <ac:spMk id="18" creationId="{0A297AA9-CED6-EB9A-941C-475356CBEFD5}"/>
          </ac:spMkLst>
        </pc:spChg>
        <pc:spChg chg="add mod">
          <ac:chgData name="Siva Sai Nagender Vasireddy" userId="uYCnjPpBgMg6RgHbw9fc4TXQxlFkerQmdP2dxZZTDbY=" providerId="None" clId="Web-{BBCC2942-F2F9-4487-8A58-EC02FE2EAACC}" dt="2023-06-11T19:25:43.251" v="287" actId="1076"/>
          <ac:spMkLst>
            <pc:docMk/>
            <pc:sldMk cId="2975023013" sldId="258"/>
            <ac:spMk id="19" creationId="{1A1A33CE-3323-A07B-DCFA-1A7D0B3592FD}"/>
          </ac:spMkLst>
        </pc:spChg>
        <pc:spChg chg="add mod">
          <ac:chgData name="Siva Sai Nagender Vasireddy" userId="uYCnjPpBgMg6RgHbw9fc4TXQxlFkerQmdP2dxZZTDbY=" providerId="None" clId="Web-{BBCC2942-F2F9-4487-8A58-EC02FE2EAACC}" dt="2023-06-11T19:26:11.814" v="290" actId="1076"/>
          <ac:spMkLst>
            <pc:docMk/>
            <pc:sldMk cId="2975023013" sldId="258"/>
            <ac:spMk id="20" creationId="{939B792A-F6B3-4D14-4ACD-7C4BE72EF6A0}"/>
          </ac:spMkLst>
        </pc:spChg>
        <pc:spChg chg="add mod">
          <ac:chgData name="Siva Sai Nagender Vasireddy" userId="uYCnjPpBgMg6RgHbw9fc4TXQxlFkerQmdP2dxZZTDbY=" providerId="None" clId="Web-{BBCC2942-F2F9-4487-8A58-EC02FE2EAACC}" dt="2023-06-11T19:26:29.034" v="292" actId="1076"/>
          <ac:spMkLst>
            <pc:docMk/>
            <pc:sldMk cId="2975023013" sldId="258"/>
            <ac:spMk id="21" creationId="{AFC333E7-3CD7-6016-512D-16EB3FB09D29}"/>
          </ac:spMkLst>
        </pc:spChg>
        <pc:spChg chg="add del mod">
          <ac:chgData name="Siva Sai Nagender Vasireddy" userId="uYCnjPpBgMg6RgHbw9fc4TXQxlFkerQmdP2dxZZTDbY=" providerId="None" clId="Web-{BBCC2942-F2F9-4487-8A58-EC02FE2EAACC}" dt="2023-06-11T19:27:28.473" v="310"/>
          <ac:spMkLst>
            <pc:docMk/>
            <pc:sldMk cId="2975023013" sldId="258"/>
            <ac:spMk id="22" creationId="{DC9F9BF0-30CD-3E27-3758-C54E5F714B5E}"/>
          </ac:spMkLst>
        </pc:spChg>
        <pc:spChg chg="add mod">
          <ac:chgData name="Siva Sai Nagender Vasireddy" userId="uYCnjPpBgMg6RgHbw9fc4TXQxlFkerQmdP2dxZZTDbY=" providerId="None" clId="Web-{BBCC2942-F2F9-4487-8A58-EC02FE2EAACC}" dt="2023-06-11T19:28:51.460" v="317" actId="1076"/>
          <ac:spMkLst>
            <pc:docMk/>
            <pc:sldMk cId="2975023013" sldId="258"/>
            <ac:spMk id="23" creationId="{F010DEB8-F085-0BBD-C15E-524BBAE6CA80}"/>
          </ac:spMkLst>
        </pc:spChg>
        <pc:spChg chg="add mod">
          <ac:chgData name="Siva Sai Nagender Vasireddy" userId="uYCnjPpBgMg6RgHbw9fc4TXQxlFkerQmdP2dxZZTDbY=" providerId="None" clId="Web-{BBCC2942-F2F9-4487-8A58-EC02FE2EAACC}" dt="2023-06-11T19:29:50.071" v="322" actId="1076"/>
          <ac:spMkLst>
            <pc:docMk/>
            <pc:sldMk cId="2975023013" sldId="258"/>
            <ac:spMk id="24" creationId="{02CB4651-86D5-8895-C4DA-E58AB048EE12}"/>
          </ac:spMkLst>
        </pc:spChg>
        <pc:spChg chg="add mod">
          <ac:chgData name="Siva Sai Nagender Vasireddy" userId="uYCnjPpBgMg6RgHbw9fc4TXQxlFkerQmdP2dxZZTDbY=" providerId="None" clId="Web-{BBCC2942-F2F9-4487-8A58-EC02FE2EAACC}" dt="2023-06-11T19:32:24.309" v="336" actId="20577"/>
          <ac:spMkLst>
            <pc:docMk/>
            <pc:sldMk cId="2975023013" sldId="258"/>
            <ac:spMk id="26" creationId="{D9FECA00-569D-A459-AC8F-8562FAF421AA}"/>
          </ac:spMkLst>
        </pc:spChg>
        <pc:grpChg chg="add del mod">
          <ac:chgData name="Siva Sai Nagender Vasireddy" userId="uYCnjPpBgMg6RgHbw9fc4TXQxlFkerQmdP2dxZZTDbY=" providerId="None" clId="Web-{BBCC2942-F2F9-4487-8A58-EC02FE2EAACC}" dt="2023-06-11T19:11:24.917" v="168"/>
          <ac:grpSpMkLst>
            <pc:docMk/>
            <pc:sldMk cId="2975023013" sldId="258"/>
            <ac:grpSpMk id="13" creationId="{BD51E61E-C8CD-26E9-04E0-2367EA130985}"/>
          </ac:grpSpMkLst>
        </pc:grpChg>
        <pc:grpChg chg="add del mod">
          <ac:chgData name="Siva Sai Nagender Vasireddy" userId="uYCnjPpBgMg6RgHbw9fc4TXQxlFkerQmdP2dxZZTDbY=" providerId="None" clId="Web-{BBCC2942-F2F9-4487-8A58-EC02FE2EAACC}" dt="2023-06-11T19:13:44.530" v="182"/>
          <ac:grpSpMkLst>
            <pc:docMk/>
            <pc:sldMk cId="2975023013" sldId="258"/>
            <ac:grpSpMk id="14" creationId="{13457743-1FE1-6B6A-B149-01D2EF27403F}"/>
          </ac:grpSpMkLst>
        </pc:grpChg>
        <pc:grpChg chg="add mod">
          <ac:chgData name="Siva Sai Nagender Vasireddy" userId="uYCnjPpBgMg6RgHbw9fc4TXQxlFkerQmdP2dxZZTDbY=" providerId="None" clId="Web-{BBCC2942-F2F9-4487-8A58-EC02FE2EAACC}" dt="2023-06-11T19:30:57.213" v="324" actId="1076"/>
          <ac:grpSpMkLst>
            <pc:docMk/>
            <pc:sldMk cId="2975023013" sldId="258"/>
            <ac:grpSpMk id="25" creationId="{4468E3B7-B017-2C2F-1056-21843D6034F6}"/>
          </ac:grpSpMkLst>
        </pc:grpChg>
      </pc:sldChg>
    </pc:docChg>
  </pc:docChgLst>
  <pc:docChgLst>
    <pc:chgData name="Siva Sai Nagender Vasireddy" clId="Web-{252CD238-63C3-48F8-9931-9B1F61D63CCA}"/>
    <pc:docChg chg="addSld delSld modSld">
      <pc:chgData name="Siva Sai Nagender Vasireddy" userId="" providerId="" clId="Web-{252CD238-63C3-48F8-9931-9B1F61D63CCA}" dt="2023-06-11T20:32:46.389" v="131" actId="1076"/>
      <pc:docMkLst>
        <pc:docMk/>
      </pc:docMkLst>
      <pc:sldChg chg="addSp delSp">
        <pc:chgData name="Siva Sai Nagender Vasireddy" userId="" providerId="" clId="Web-{252CD238-63C3-48F8-9931-9B1F61D63CCA}" dt="2023-06-11T20:16:14.549" v="34"/>
        <pc:sldMkLst>
          <pc:docMk/>
          <pc:sldMk cId="3579726133" sldId="259"/>
        </pc:sldMkLst>
        <pc:grpChg chg="add del">
          <ac:chgData name="Siva Sai Nagender Vasireddy" userId="" providerId="" clId="Web-{252CD238-63C3-48F8-9931-9B1F61D63CCA}" dt="2023-06-11T20:16:14.549" v="34"/>
          <ac:grpSpMkLst>
            <pc:docMk/>
            <pc:sldMk cId="3579726133" sldId="259"/>
            <ac:grpSpMk id="8" creationId="{07108836-F5E9-C410-54F0-5AD4170F6447}"/>
          </ac:grpSpMkLst>
        </pc:grpChg>
      </pc:sldChg>
      <pc:sldChg chg="addSp delSp modSp new">
        <pc:chgData name="Siva Sai Nagender Vasireddy" userId="" providerId="" clId="Web-{252CD238-63C3-48F8-9931-9B1F61D63CCA}" dt="2023-06-11T20:32:46.389" v="131" actId="1076"/>
        <pc:sldMkLst>
          <pc:docMk/>
          <pc:sldMk cId="2163204453" sldId="260"/>
        </pc:sldMkLst>
        <pc:spChg chg="mod">
          <ac:chgData name="Siva Sai Nagender Vasireddy" userId="" providerId="" clId="Web-{252CD238-63C3-48F8-9931-9B1F61D63CCA}" dt="2023-06-11T20:13:48.795" v="6" actId="20577"/>
          <ac:spMkLst>
            <pc:docMk/>
            <pc:sldMk cId="2163204453" sldId="260"/>
            <ac:spMk id="2" creationId="{3A94958C-C2CF-B9AF-B196-3AC2C7F6C047}"/>
          </ac:spMkLst>
        </pc:spChg>
        <pc:spChg chg="del">
          <ac:chgData name="Siva Sai Nagender Vasireddy" userId="" providerId="" clId="Web-{252CD238-63C3-48F8-9931-9B1F61D63CCA}" dt="2023-06-11T20:14:03.702" v="7"/>
          <ac:spMkLst>
            <pc:docMk/>
            <pc:sldMk cId="2163204453" sldId="260"/>
            <ac:spMk id="3" creationId="{D230A40E-37C0-6618-759C-94BCCC009AC4}"/>
          </ac:spMkLst>
        </pc:spChg>
        <pc:spChg chg="add mod">
          <ac:chgData name="Siva Sai Nagender Vasireddy" userId="" providerId="" clId="Web-{252CD238-63C3-48F8-9931-9B1F61D63CCA}" dt="2023-06-11T20:31:36.528" v="125" actId="1076"/>
          <ac:spMkLst>
            <pc:docMk/>
            <pc:sldMk cId="2163204453" sldId="260"/>
            <ac:spMk id="4" creationId="{5AE9AC33-CDEA-F3BB-03A2-D265B775E31C}"/>
          </ac:spMkLst>
        </pc:spChg>
        <pc:spChg chg="add mod">
          <ac:chgData name="Siva Sai Nagender Vasireddy" userId="" providerId="" clId="Web-{252CD238-63C3-48F8-9931-9B1F61D63CCA}" dt="2023-06-11T20:21:26.213" v="49" actId="14100"/>
          <ac:spMkLst>
            <pc:docMk/>
            <pc:sldMk cId="2163204453" sldId="260"/>
            <ac:spMk id="5" creationId="{DC606BC5-5867-8D25-0726-40476E5675AB}"/>
          </ac:spMkLst>
        </pc:spChg>
        <pc:spChg chg="add mod">
          <ac:chgData name="Siva Sai Nagender Vasireddy" userId="" providerId="" clId="Web-{252CD238-63C3-48F8-9931-9B1F61D63CCA}" dt="2023-06-11T20:32:10.201" v="127" actId="14100"/>
          <ac:spMkLst>
            <pc:docMk/>
            <pc:sldMk cId="2163204453" sldId="260"/>
            <ac:spMk id="23" creationId="{A29C1FD9-A913-273C-A66E-8A39CCA834ED}"/>
          </ac:spMkLst>
        </pc:spChg>
        <pc:spChg chg="add mod">
          <ac:chgData name="Siva Sai Nagender Vasireddy" userId="" providerId="" clId="Web-{252CD238-63C3-48F8-9931-9B1F61D63CCA}" dt="2023-06-11T20:26:06.252" v="103" actId="1076"/>
          <ac:spMkLst>
            <pc:docMk/>
            <pc:sldMk cId="2163204453" sldId="260"/>
            <ac:spMk id="24" creationId="{849EAECB-B2CD-3AD5-562E-AE8082558DBC}"/>
          </ac:spMkLst>
        </pc:spChg>
        <pc:spChg chg="add mod">
          <ac:chgData name="Siva Sai Nagender Vasireddy" userId="" providerId="" clId="Web-{252CD238-63C3-48F8-9931-9B1F61D63CCA}" dt="2023-06-11T20:25:46.533" v="99" actId="1076"/>
          <ac:spMkLst>
            <pc:docMk/>
            <pc:sldMk cId="2163204453" sldId="260"/>
            <ac:spMk id="25" creationId="{BD4F05A7-E481-20EA-1351-D7455B292ED3}"/>
          </ac:spMkLst>
        </pc:spChg>
        <pc:spChg chg="add mod">
          <ac:chgData name="Siva Sai Nagender Vasireddy" userId="" providerId="" clId="Web-{252CD238-63C3-48F8-9931-9B1F61D63CCA}" dt="2023-06-11T20:28:07.099" v="114"/>
          <ac:spMkLst>
            <pc:docMk/>
            <pc:sldMk cId="2163204453" sldId="260"/>
            <ac:spMk id="26" creationId="{887D71C6-1C63-9B7C-07FB-5DDD8B817F35}"/>
          </ac:spMkLst>
        </pc:spChg>
        <pc:spChg chg="add mod">
          <ac:chgData name="Siva Sai Nagender Vasireddy" userId="" providerId="" clId="Web-{252CD238-63C3-48F8-9931-9B1F61D63CCA}" dt="2023-06-11T20:28:07.099" v="115"/>
          <ac:spMkLst>
            <pc:docMk/>
            <pc:sldMk cId="2163204453" sldId="260"/>
            <ac:spMk id="27" creationId="{8F7F8662-C9A7-45E5-2165-CC26C56E575E}"/>
          </ac:spMkLst>
        </pc:spChg>
        <pc:grpChg chg="add mod">
          <ac:chgData name="Siva Sai Nagender Vasireddy" userId="" providerId="" clId="Web-{252CD238-63C3-48F8-9931-9B1F61D63CCA}" dt="2023-06-11T20:21:06.494" v="46" actId="1076"/>
          <ac:grpSpMkLst>
            <pc:docMk/>
            <pc:sldMk cId="2163204453" sldId="260"/>
            <ac:grpSpMk id="11" creationId="{5DD518D8-6D85-5C6B-5942-89D92468F47C}"/>
          </ac:grpSpMkLst>
        </pc:grpChg>
        <pc:grpChg chg="add mod">
          <ac:chgData name="Siva Sai Nagender Vasireddy" userId="" providerId="" clId="Web-{252CD238-63C3-48F8-9931-9B1F61D63CCA}" dt="2023-06-11T20:31:56.575" v="126" actId="1076"/>
          <ac:grpSpMkLst>
            <pc:docMk/>
            <pc:sldMk cId="2163204453" sldId="260"/>
            <ac:grpSpMk id="22" creationId="{33426BF0-7FD1-02A2-C506-3C2FEA9D3C17}"/>
          </ac:grpSpMkLst>
        </pc:grpChg>
        <pc:grpChg chg="add mod">
          <ac:chgData name="Siva Sai Nagender Vasireddy" userId="" providerId="" clId="Web-{252CD238-63C3-48F8-9931-9B1F61D63CCA}" dt="2023-06-11T20:28:30.804" v="118" actId="1076"/>
          <ac:grpSpMkLst>
            <pc:docMk/>
            <pc:sldMk cId="2163204453" sldId="260"/>
            <ac:grpSpMk id="28" creationId="{33FD2207-E1C5-6526-98D9-819647D2B9B9}"/>
          </ac:grpSpMkLst>
        </pc:grpChg>
        <pc:grpChg chg="add mod">
          <ac:chgData name="Siva Sai Nagender Vasireddy" userId="" providerId="" clId="Web-{252CD238-63C3-48F8-9931-9B1F61D63CCA}" dt="2023-06-11T20:31:27.450" v="124" actId="1076"/>
          <ac:grpSpMkLst>
            <pc:docMk/>
            <pc:sldMk cId="2163204453" sldId="260"/>
            <ac:grpSpMk id="30" creationId="{29AD489B-EBB4-EF39-F262-24392833F523}"/>
          </ac:grpSpMkLst>
        </pc:grpChg>
        <pc:grpChg chg="add mod">
          <ac:chgData name="Siva Sai Nagender Vasireddy" userId="" providerId="" clId="Web-{252CD238-63C3-48F8-9931-9B1F61D63CCA}" dt="2023-06-11T20:32:46.389" v="131" actId="1076"/>
          <ac:grpSpMkLst>
            <pc:docMk/>
            <pc:sldMk cId="2163204453" sldId="260"/>
            <ac:grpSpMk id="31" creationId="{0EF85C2D-13FD-83E2-11B8-314FC7BCDF67}"/>
          </ac:grpSpMkLst>
        </pc:grpChg>
        <pc:picChg chg="add mod">
          <ac:chgData name="Siva Sai Nagender Vasireddy" userId="" providerId="" clId="Web-{252CD238-63C3-48F8-9931-9B1F61D63CCA}" dt="2023-06-11T20:32:35.998" v="130" actId="1076"/>
          <ac:picMkLst>
            <pc:docMk/>
            <pc:sldMk cId="2163204453" sldId="260"/>
            <ac:picMk id="29" creationId="{99EF342E-905B-E75C-1566-3CBE0C5FB231}"/>
          </ac:picMkLst>
        </pc:picChg>
      </pc:sldChg>
      <pc:sldChg chg="add del replId">
        <pc:chgData name="Siva Sai Nagender Vasireddy" userId="" providerId="" clId="Web-{252CD238-63C3-48F8-9931-9B1F61D63CCA}" dt="2023-06-11T20:16:09.783" v="32"/>
        <pc:sldMkLst>
          <pc:docMk/>
          <pc:sldMk cId="2319677688" sldId="261"/>
        </pc:sldMkLst>
      </pc:sldChg>
    </pc:docChg>
  </pc:docChgLst>
  <pc:docChgLst>
    <pc:chgData name="Siva Sai Nagender Vasireddy" clId="Web-{E0284C67-B06C-4634-81FF-54BAED1E7AC4}"/>
    <pc:docChg chg="addSld modSld">
      <pc:chgData name="Siva Sai Nagender Vasireddy" userId="" providerId="" clId="Web-{E0284C67-B06C-4634-81FF-54BAED1E7AC4}" dt="2023-06-11T21:56:23.679" v="578" actId="20577"/>
      <pc:docMkLst>
        <pc:docMk/>
      </pc:docMkLst>
      <pc:sldChg chg="addSp delSp modSp">
        <pc:chgData name="Siva Sai Nagender Vasireddy" userId="" providerId="" clId="Web-{E0284C67-B06C-4634-81FF-54BAED1E7AC4}" dt="2023-06-11T21:15:00.538" v="164" actId="1076"/>
        <pc:sldMkLst>
          <pc:docMk/>
          <pc:sldMk cId="395991408" sldId="261"/>
        </pc:sldMkLst>
        <pc:spChg chg="mod">
          <ac:chgData name="Siva Sai Nagender Vasireddy" userId="" providerId="" clId="Web-{E0284C67-B06C-4634-81FF-54BAED1E7AC4}" dt="2023-06-11T20:53:40.685" v="5" actId="20577"/>
          <ac:spMkLst>
            <pc:docMk/>
            <pc:sldMk cId="395991408" sldId="261"/>
            <ac:spMk id="2" creationId="{EC8BBEB8-9AE4-D31C-418A-29D5ACD1DEF6}"/>
          </ac:spMkLst>
        </pc:spChg>
        <pc:spChg chg="del">
          <ac:chgData name="Siva Sai Nagender Vasireddy" userId="" providerId="" clId="Web-{E0284C67-B06C-4634-81FF-54BAED1E7AC4}" dt="2023-06-11T20:54:10.608" v="6"/>
          <ac:spMkLst>
            <pc:docMk/>
            <pc:sldMk cId="395991408" sldId="261"/>
            <ac:spMk id="3" creationId="{F3562C10-5832-C4DA-9E5F-0AD6DCB2D7EF}"/>
          </ac:spMkLst>
        </pc:spChg>
        <pc:spChg chg="add del mod">
          <ac:chgData name="Siva Sai Nagender Vasireddy" userId="" providerId="" clId="Web-{E0284C67-B06C-4634-81FF-54BAED1E7AC4}" dt="2023-06-11T20:57:03.238" v="26"/>
          <ac:spMkLst>
            <pc:docMk/>
            <pc:sldMk cId="395991408" sldId="261"/>
            <ac:spMk id="4" creationId="{B21778BF-AE3D-C297-C4EF-39B89DC156B0}"/>
          </ac:spMkLst>
        </pc:spChg>
        <pc:spChg chg="del topLvl">
          <ac:chgData name="Siva Sai Nagender Vasireddy" userId="" providerId="" clId="Web-{E0284C67-B06C-4634-81FF-54BAED1E7AC4}" dt="2023-06-11T20:57:38.005" v="28"/>
          <ac:spMkLst>
            <pc:docMk/>
            <pc:sldMk cId="395991408" sldId="261"/>
            <ac:spMk id="7" creationId="{1E549352-0F33-F622-7D5A-0D4E63EEB408}"/>
          </ac:spMkLst>
        </pc:spChg>
        <pc:spChg chg="mod">
          <ac:chgData name="Siva Sai Nagender Vasireddy" userId="" providerId="" clId="Web-{E0284C67-B06C-4634-81FF-54BAED1E7AC4}" dt="2023-06-11T20:57:45.271" v="30" actId="1076"/>
          <ac:spMkLst>
            <pc:docMk/>
            <pc:sldMk cId="395991408" sldId="261"/>
            <ac:spMk id="8" creationId="{83629C4C-C946-595D-BF66-9FFF985E4D94}"/>
          </ac:spMkLst>
        </pc:spChg>
        <pc:spChg chg="add mod">
          <ac:chgData name="Siva Sai Nagender Vasireddy" userId="" providerId="" clId="Web-{E0284C67-B06C-4634-81FF-54BAED1E7AC4}" dt="2023-06-11T20:59:39.321" v="39" actId="1076"/>
          <ac:spMkLst>
            <pc:docMk/>
            <pc:sldMk cId="395991408" sldId="261"/>
            <ac:spMk id="18" creationId="{EF18EF14-1616-ACAE-ADDB-05F4D0226CD7}"/>
          </ac:spMkLst>
        </pc:spChg>
        <pc:spChg chg="mod">
          <ac:chgData name="Siva Sai Nagender Vasireddy" userId="" providerId="" clId="Web-{E0284C67-B06C-4634-81FF-54BAED1E7AC4}" dt="2023-06-11T21:00:34.901" v="45" actId="20577"/>
          <ac:spMkLst>
            <pc:docMk/>
            <pc:sldMk cId="395991408" sldId="261"/>
            <ac:spMk id="22" creationId="{C1B5D2CC-A506-5582-C585-39B2B5E87329}"/>
          </ac:spMkLst>
        </pc:spChg>
        <pc:spChg chg="mod">
          <ac:chgData name="Siva Sai Nagender Vasireddy" userId="" providerId="" clId="Web-{E0284C67-B06C-4634-81FF-54BAED1E7AC4}" dt="2023-06-11T21:05:30.020" v="68" actId="20577"/>
          <ac:spMkLst>
            <pc:docMk/>
            <pc:sldMk cId="395991408" sldId="261"/>
            <ac:spMk id="23" creationId="{9AA6053E-C6F3-F741-A37A-282D13DBEDD0}"/>
          </ac:spMkLst>
        </pc:spChg>
        <pc:spChg chg="add mod">
          <ac:chgData name="Siva Sai Nagender Vasireddy" userId="" providerId="" clId="Web-{E0284C67-B06C-4634-81FF-54BAED1E7AC4}" dt="2023-06-11T21:07:03.617" v="76" actId="20577"/>
          <ac:spMkLst>
            <pc:docMk/>
            <pc:sldMk cId="395991408" sldId="261"/>
            <ac:spMk id="32" creationId="{F185371B-D5EF-97E5-31C9-22A6082D6492}"/>
          </ac:spMkLst>
        </pc:spChg>
        <pc:spChg chg="add mod">
          <ac:chgData name="Siva Sai Nagender Vasireddy" userId="" providerId="" clId="Web-{E0284C67-B06C-4634-81FF-54BAED1E7AC4}" dt="2023-06-11T21:08:23.854" v="90" actId="1076"/>
          <ac:spMkLst>
            <pc:docMk/>
            <pc:sldMk cId="395991408" sldId="261"/>
            <ac:spMk id="33" creationId="{EE3D22DB-01A6-FD8B-91BF-61E2B24FF842}"/>
          </ac:spMkLst>
        </pc:spChg>
        <pc:spChg chg="add mod">
          <ac:chgData name="Siva Sai Nagender Vasireddy" userId="" providerId="" clId="Web-{E0284C67-B06C-4634-81FF-54BAED1E7AC4}" dt="2023-06-11T21:14:39.444" v="161" actId="20577"/>
          <ac:spMkLst>
            <pc:docMk/>
            <pc:sldMk cId="395991408" sldId="261"/>
            <ac:spMk id="34" creationId="{7C310229-9139-325F-6443-AD309EAF540B}"/>
          </ac:spMkLst>
        </pc:spChg>
        <pc:spChg chg="add mod">
          <ac:chgData name="Siva Sai Nagender Vasireddy" userId="" providerId="" clId="Web-{E0284C67-B06C-4634-81FF-54BAED1E7AC4}" dt="2023-06-11T21:15:00.538" v="164" actId="1076"/>
          <ac:spMkLst>
            <pc:docMk/>
            <pc:sldMk cId="395991408" sldId="261"/>
            <ac:spMk id="35" creationId="{7908EFCB-6BD1-2723-E9F0-50C963356960}"/>
          </ac:spMkLst>
        </pc:spChg>
        <pc:grpChg chg="topLvl">
          <ac:chgData name="Siva Sai Nagender Vasireddy" userId="" providerId="" clId="Web-{E0284C67-B06C-4634-81FF-54BAED1E7AC4}" dt="2023-06-11T20:57:38.005" v="28"/>
          <ac:grpSpMkLst>
            <pc:docMk/>
            <pc:sldMk cId="395991408" sldId="261"/>
            <ac:grpSpMk id="6" creationId="{02000393-646F-D10A-2E48-BD10B6C14329}"/>
          </ac:grpSpMkLst>
        </pc:grpChg>
        <pc:grpChg chg="add del">
          <ac:chgData name="Siva Sai Nagender Vasireddy" userId="" providerId="" clId="Web-{E0284C67-B06C-4634-81FF-54BAED1E7AC4}" dt="2023-06-11T20:57:38.005" v="28"/>
          <ac:grpSpMkLst>
            <pc:docMk/>
            <pc:sldMk cId="395991408" sldId="261"/>
            <ac:grpSpMk id="17" creationId="{98A50CB4-2C6D-E0CA-28B5-E09478800A38}"/>
          </ac:grpSpMkLst>
        </pc:grpChg>
        <pc:grpChg chg="add mod">
          <ac:chgData name="Siva Sai Nagender Vasireddy" userId="" providerId="" clId="Web-{E0284C67-B06C-4634-81FF-54BAED1E7AC4}" dt="2023-06-11T21:00:17.651" v="41" actId="1076"/>
          <ac:grpSpMkLst>
            <pc:docMk/>
            <pc:sldMk cId="395991408" sldId="261"/>
            <ac:grpSpMk id="19" creationId="{94091576-802D-356D-D3E7-B73B767AF146}"/>
          </ac:grpSpMkLst>
        </pc:grpChg>
        <pc:grpChg chg="add mod">
          <ac:chgData name="Siva Sai Nagender Vasireddy" userId="" providerId="" clId="Web-{E0284C67-B06C-4634-81FF-54BAED1E7AC4}" dt="2023-06-11T21:04:38.784" v="61" actId="1076"/>
          <ac:grpSpMkLst>
            <pc:docMk/>
            <pc:sldMk cId="395991408" sldId="261"/>
            <ac:grpSpMk id="20" creationId="{65D5342A-B5E6-8D87-D5B8-0380FB02D5D0}"/>
          </ac:grpSpMkLst>
        </pc:grpChg>
      </pc:sldChg>
      <pc:sldChg chg="addSp delSp modSp new">
        <pc:chgData name="Siva Sai Nagender Vasireddy" userId="" providerId="" clId="Web-{E0284C67-B06C-4634-81FF-54BAED1E7AC4}" dt="2023-06-11T21:32:17.461" v="363"/>
        <pc:sldMkLst>
          <pc:docMk/>
          <pc:sldMk cId="305023598" sldId="262"/>
        </pc:sldMkLst>
        <pc:spChg chg="mod">
          <ac:chgData name="Siva Sai Nagender Vasireddy" userId="" providerId="" clId="Web-{E0284C67-B06C-4634-81FF-54BAED1E7AC4}" dt="2023-06-11T21:15:56.633" v="172" actId="20577"/>
          <ac:spMkLst>
            <pc:docMk/>
            <pc:sldMk cId="305023598" sldId="262"/>
            <ac:spMk id="2" creationId="{17FA4E13-36E2-B40C-F54D-00D84D9F0766}"/>
          </ac:spMkLst>
        </pc:spChg>
        <pc:spChg chg="del">
          <ac:chgData name="Siva Sai Nagender Vasireddy" userId="" providerId="" clId="Web-{E0284C67-B06C-4634-81FF-54BAED1E7AC4}" dt="2023-06-11T21:19:44.438" v="194"/>
          <ac:spMkLst>
            <pc:docMk/>
            <pc:sldMk cId="305023598" sldId="262"/>
            <ac:spMk id="3" creationId="{E341A300-E3AE-6F60-6842-0CE829CF1C4C}"/>
          </ac:spMkLst>
        </pc:spChg>
        <pc:spChg chg="add mod">
          <ac:chgData name="Siva Sai Nagender Vasireddy" userId="" providerId="" clId="Web-{E0284C67-B06C-4634-81FF-54BAED1E7AC4}" dt="2023-06-11T21:19:20.437" v="192" actId="14100"/>
          <ac:spMkLst>
            <pc:docMk/>
            <pc:sldMk cId="305023598" sldId="262"/>
            <ac:spMk id="4" creationId="{0022FFC4-6A1F-B63A-68CA-DDC3A592F1BC}"/>
          </ac:spMkLst>
        </pc:spChg>
        <pc:spChg chg="add del mod">
          <ac:chgData name="Siva Sai Nagender Vasireddy" userId="" providerId="" clId="Web-{E0284C67-B06C-4634-81FF-54BAED1E7AC4}" dt="2023-06-11T21:20:35.299" v="203"/>
          <ac:spMkLst>
            <pc:docMk/>
            <pc:sldMk cId="305023598" sldId="262"/>
            <ac:spMk id="5" creationId="{4F59D5FE-AF56-8090-9344-F929952F8D35}"/>
          </ac:spMkLst>
        </pc:spChg>
        <pc:spChg chg="add del">
          <ac:chgData name="Siva Sai Nagender Vasireddy" userId="" providerId="" clId="Web-{E0284C67-B06C-4634-81FF-54BAED1E7AC4}" dt="2023-06-11T21:20:12.313" v="199"/>
          <ac:spMkLst>
            <pc:docMk/>
            <pc:sldMk cId="305023598" sldId="262"/>
            <ac:spMk id="6" creationId="{31B437DE-ADD3-D93F-9170-53B8B9535521}"/>
          </ac:spMkLst>
        </pc:spChg>
        <pc:spChg chg="add del mod">
          <ac:chgData name="Siva Sai Nagender Vasireddy" userId="" providerId="" clId="Web-{E0284C67-B06C-4634-81FF-54BAED1E7AC4}" dt="2023-06-11T21:20:31.330" v="202"/>
          <ac:spMkLst>
            <pc:docMk/>
            <pc:sldMk cId="305023598" sldId="262"/>
            <ac:spMk id="7" creationId="{EA294736-713E-8861-BEEB-EDFBB0EC5220}"/>
          </ac:spMkLst>
        </pc:spChg>
        <pc:spChg chg="add mod">
          <ac:chgData name="Siva Sai Nagender Vasireddy" userId="" providerId="" clId="Web-{E0284C67-B06C-4634-81FF-54BAED1E7AC4}" dt="2023-06-11T21:20:55.955" v="206"/>
          <ac:spMkLst>
            <pc:docMk/>
            <pc:sldMk cId="305023598" sldId="262"/>
            <ac:spMk id="8" creationId="{DA053B4C-0794-4972-67A7-F104279EB4E3}"/>
          </ac:spMkLst>
        </pc:spChg>
        <pc:spChg chg="add mod">
          <ac:chgData name="Siva Sai Nagender Vasireddy" userId="" providerId="" clId="Web-{E0284C67-B06C-4634-81FF-54BAED1E7AC4}" dt="2023-06-11T21:21:37.863" v="219" actId="14100"/>
          <ac:spMkLst>
            <pc:docMk/>
            <pc:sldMk cId="305023598" sldId="262"/>
            <ac:spMk id="9" creationId="{977188C2-C46A-F1B6-B1E2-ECB8CDCEB714}"/>
          </ac:spMkLst>
        </pc:spChg>
        <pc:spChg chg="add mod">
          <ac:chgData name="Siva Sai Nagender Vasireddy" userId="" providerId="" clId="Web-{E0284C67-B06C-4634-81FF-54BAED1E7AC4}" dt="2023-06-11T21:24:20.649" v="250" actId="1076"/>
          <ac:spMkLst>
            <pc:docMk/>
            <pc:sldMk cId="305023598" sldId="262"/>
            <ac:spMk id="10" creationId="{98811B54-E3EF-EBC1-0D81-DD7E8F2C7431}"/>
          </ac:spMkLst>
        </pc:spChg>
        <pc:spChg chg="add mod">
          <ac:chgData name="Siva Sai Nagender Vasireddy" userId="" providerId="" clId="Web-{E0284C67-B06C-4634-81FF-54BAED1E7AC4}" dt="2023-06-11T21:24:20.649" v="251" actId="1076"/>
          <ac:spMkLst>
            <pc:docMk/>
            <pc:sldMk cId="305023598" sldId="262"/>
            <ac:spMk id="11" creationId="{391AA313-DAB2-D277-A8BB-6F086B764C1F}"/>
          </ac:spMkLst>
        </pc:spChg>
        <pc:spChg chg="add del mod">
          <ac:chgData name="Siva Sai Nagender Vasireddy" userId="" providerId="" clId="Web-{E0284C67-B06C-4634-81FF-54BAED1E7AC4}" dt="2023-06-11T21:22:14.192" v="226"/>
          <ac:spMkLst>
            <pc:docMk/>
            <pc:sldMk cId="305023598" sldId="262"/>
            <ac:spMk id="12" creationId="{CDD103F1-96A7-69D7-FD18-D13311964505}"/>
          </ac:spMkLst>
        </pc:spChg>
        <pc:spChg chg="add mod">
          <ac:chgData name="Siva Sai Nagender Vasireddy" userId="" providerId="" clId="Web-{E0284C67-B06C-4634-81FF-54BAED1E7AC4}" dt="2023-06-11T21:24:20.649" v="252" actId="1076"/>
          <ac:spMkLst>
            <pc:docMk/>
            <pc:sldMk cId="305023598" sldId="262"/>
            <ac:spMk id="13" creationId="{663163F5-116F-67E0-A6D7-FE427E197000}"/>
          </ac:spMkLst>
        </pc:spChg>
        <pc:spChg chg="add mod">
          <ac:chgData name="Siva Sai Nagender Vasireddy" userId="" providerId="" clId="Web-{E0284C67-B06C-4634-81FF-54BAED1E7AC4}" dt="2023-06-11T21:24:20.649" v="253" actId="1076"/>
          <ac:spMkLst>
            <pc:docMk/>
            <pc:sldMk cId="305023598" sldId="262"/>
            <ac:spMk id="14" creationId="{0EB27A68-F169-0AE3-6F59-1BEE31185C45}"/>
          </ac:spMkLst>
        </pc:spChg>
        <pc:spChg chg="add mod">
          <ac:chgData name="Siva Sai Nagender Vasireddy" userId="" providerId="" clId="Web-{E0284C67-B06C-4634-81FF-54BAED1E7AC4}" dt="2023-06-11T21:24:36.744" v="257" actId="1076"/>
          <ac:spMkLst>
            <pc:docMk/>
            <pc:sldMk cId="305023598" sldId="262"/>
            <ac:spMk id="15" creationId="{6A4F7DBC-A82B-4A8E-BE06-40302CDDED7B}"/>
          </ac:spMkLst>
        </pc:spChg>
        <pc:spChg chg="add mod">
          <ac:chgData name="Siva Sai Nagender Vasireddy" userId="" providerId="" clId="Web-{E0284C67-B06C-4634-81FF-54BAED1E7AC4}" dt="2023-06-11T21:24:36.744" v="258" actId="1076"/>
          <ac:spMkLst>
            <pc:docMk/>
            <pc:sldMk cId="305023598" sldId="262"/>
            <ac:spMk id="16" creationId="{D6A6C5DE-6755-39CC-4DAC-F8F56024EE45}"/>
          </ac:spMkLst>
        </pc:spChg>
        <pc:spChg chg="add mod">
          <ac:chgData name="Siva Sai Nagender Vasireddy" userId="" providerId="" clId="Web-{E0284C67-B06C-4634-81FF-54BAED1E7AC4}" dt="2023-06-11T21:24:40.244" v="261" actId="20577"/>
          <ac:spMkLst>
            <pc:docMk/>
            <pc:sldMk cId="305023598" sldId="262"/>
            <ac:spMk id="17" creationId="{25697709-8ABB-0C95-C0F0-4CF89D25FF87}"/>
          </ac:spMkLst>
        </pc:spChg>
        <pc:spChg chg="add mod">
          <ac:chgData name="Siva Sai Nagender Vasireddy" userId="" providerId="" clId="Web-{E0284C67-B06C-4634-81FF-54BAED1E7AC4}" dt="2023-06-11T21:25:47.105" v="273" actId="1076"/>
          <ac:spMkLst>
            <pc:docMk/>
            <pc:sldMk cId="305023598" sldId="262"/>
            <ac:spMk id="18" creationId="{689D30C4-5173-654B-D452-ECBC741C658E}"/>
          </ac:spMkLst>
        </pc:spChg>
        <pc:spChg chg="add mod">
          <ac:chgData name="Siva Sai Nagender Vasireddy" userId="" providerId="" clId="Web-{E0284C67-B06C-4634-81FF-54BAED1E7AC4}" dt="2023-06-11T21:25:47.105" v="274" actId="1076"/>
          <ac:spMkLst>
            <pc:docMk/>
            <pc:sldMk cId="305023598" sldId="262"/>
            <ac:spMk id="19" creationId="{8656FC04-D749-B1F4-5909-6CC41102ADD1}"/>
          </ac:spMkLst>
        </pc:spChg>
        <pc:spChg chg="add mod">
          <ac:chgData name="Siva Sai Nagender Vasireddy" userId="" providerId="" clId="Web-{E0284C67-B06C-4634-81FF-54BAED1E7AC4}" dt="2023-06-11T21:25:47.121" v="275" actId="1076"/>
          <ac:spMkLst>
            <pc:docMk/>
            <pc:sldMk cId="305023598" sldId="262"/>
            <ac:spMk id="20" creationId="{11EC3437-7B65-E330-33A1-14D82AF86C30}"/>
          </ac:spMkLst>
        </pc:spChg>
        <pc:spChg chg="add mod">
          <ac:chgData name="Siva Sai Nagender Vasireddy" userId="" providerId="" clId="Web-{E0284C67-B06C-4634-81FF-54BAED1E7AC4}" dt="2023-06-11T21:27:44.937" v="294" actId="20577"/>
          <ac:spMkLst>
            <pc:docMk/>
            <pc:sldMk cId="305023598" sldId="262"/>
            <ac:spMk id="21" creationId="{7449826F-55C0-D4AF-D1DA-0C34AEED587B}"/>
          </ac:spMkLst>
        </pc:spChg>
        <pc:spChg chg="add mod">
          <ac:chgData name="Siva Sai Nagender Vasireddy" userId="" providerId="" clId="Web-{E0284C67-B06C-4634-81FF-54BAED1E7AC4}" dt="2023-06-11T21:27:49.203" v="295" actId="14100"/>
          <ac:spMkLst>
            <pc:docMk/>
            <pc:sldMk cId="305023598" sldId="262"/>
            <ac:spMk id="22" creationId="{0C2D9C3B-0A80-5170-3AFF-C4337460F96D}"/>
          </ac:spMkLst>
        </pc:spChg>
        <pc:spChg chg="add mod">
          <ac:chgData name="Siva Sai Nagender Vasireddy" userId="" providerId="" clId="Web-{E0284C67-B06C-4634-81FF-54BAED1E7AC4}" dt="2023-06-11T21:28:43.892" v="316" actId="20577"/>
          <ac:spMkLst>
            <pc:docMk/>
            <pc:sldMk cId="305023598" sldId="262"/>
            <ac:spMk id="23" creationId="{BB15BCF0-61CF-5374-CCE4-82E5E0FF9D88}"/>
          </ac:spMkLst>
        </pc:spChg>
        <pc:spChg chg="add mod">
          <ac:chgData name="Siva Sai Nagender Vasireddy" userId="" providerId="" clId="Web-{E0284C67-B06C-4634-81FF-54BAED1E7AC4}" dt="2023-06-11T21:28:06.922" v="299" actId="1076"/>
          <ac:spMkLst>
            <pc:docMk/>
            <pc:sldMk cId="305023598" sldId="262"/>
            <ac:spMk id="24" creationId="{B07F52E0-2092-C11F-3E4D-6304E463AC6C}"/>
          </ac:spMkLst>
        </pc:spChg>
        <pc:spChg chg="add mod">
          <ac:chgData name="Siva Sai Nagender Vasireddy" userId="" providerId="" clId="Web-{E0284C67-B06C-4634-81FF-54BAED1E7AC4}" dt="2023-06-11T21:30:37.005" v="331" actId="20577"/>
          <ac:spMkLst>
            <pc:docMk/>
            <pc:sldMk cId="305023598" sldId="262"/>
            <ac:spMk id="25" creationId="{4C56D324-D2F6-281A-D1F1-92924D1AF221}"/>
          </ac:spMkLst>
        </pc:spChg>
        <pc:spChg chg="add mod">
          <ac:chgData name="Siva Sai Nagender Vasireddy" userId="" providerId="" clId="Web-{E0284C67-B06C-4634-81FF-54BAED1E7AC4}" dt="2023-06-11T21:30:11.489" v="320" actId="1076"/>
          <ac:spMkLst>
            <pc:docMk/>
            <pc:sldMk cId="305023598" sldId="262"/>
            <ac:spMk id="26" creationId="{874F7BB7-7E76-009A-F300-64C1B8CC4608}"/>
          </ac:spMkLst>
        </pc:spChg>
        <pc:spChg chg="add mod">
          <ac:chgData name="Siva Sai Nagender Vasireddy" userId="" providerId="" clId="Web-{E0284C67-B06C-4634-81FF-54BAED1E7AC4}" dt="2023-06-11T21:31:39.101" v="358" actId="20577"/>
          <ac:spMkLst>
            <pc:docMk/>
            <pc:sldMk cId="305023598" sldId="262"/>
            <ac:spMk id="27" creationId="{078279BF-9BEF-31BD-DCA9-538D5A90362A}"/>
          </ac:spMkLst>
        </pc:spChg>
        <pc:spChg chg="add mod">
          <ac:chgData name="Siva Sai Nagender Vasireddy" userId="" providerId="" clId="Web-{E0284C67-B06C-4634-81FF-54BAED1E7AC4}" dt="2023-06-11T21:31:46.351" v="359" actId="14100"/>
          <ac:spMkLst>
            <pc:docMk/>
            <pc:sldMk cId="305023598" sldId="262"/>
            <ac:spMk id="28" creationId="{BCC78E34-AAFB-63A6-F142-EFDF739BDA56}"/>
          </ac:spMkLst>
        </pc:spChg>
        <pc:grpChg chg="add">
          <ac:chgData name="Siva Sai Nagender Vasireddy" userId="" providerId="" clId="Web-{E0284C67-B06C-4634-81FF-54BAED1E7AC4}" dt="2023-06-11T21:31:57.492" v="360"/>
          <ac:grpSpMkLst>
            <pc:docMk/>
            <pc:sldMk cId="305023598" sldId="262"/>
            <ac:grpSpMk id="29" creationId="{232E0A4F-092F-586C-A930-2FBDD661588E}"/>
          </ac:grpSpMkLst>
        </pc:grpChg>
        <pc:grpChg chg="add">
          <ac:chgData name="Siva Sai Nagender Vasireddy" userId="" providerId="" clId="Web-{E0284C67-B06C-4634-81FF-54BAED1E7AC4}" dt="2023-06-11T21:32:04.789" v="361"/>
          <ac:grpSpMkLst>
            <pc:docMk/>
            <pc:sldMk cId="305023598" sldId="262"/>
            <ac:grpSpMk id="30" creationId="{A796C385-77D6-0521-9BEE-FBE6A9751040}"/>
          </ac:grpSpMkLst>
        </pc:grpChg>
        <pc:grpChg chg="add">
          <ac:chgData name="Siva Sai Nagender Vasireddy" userId="" providerId="" clId="Web-{E0284C67-B06C-4634-81FF-54BAED1E7AC4}" dt="2023-06-11T21:32:11.227" v="362"/>
          <ac:grpSpMkLst>
            <pc:docMk/>
            <pc:sldMk cId="305023598" sldId="262"/>
            <ac:grpSpMk id="31" creationId="{22580C82-57CB-03E6-3A5B-C74EBB8EC009}"/>
          </ac:grpSpMkLst>
        </pc:grpChg>
        <pc:grpChg chg="add">
          <ac:chgData name="Siva Sai Nagender Vasireddy" userId="" providerId="" clId="Web-{E0284C67-B06C-4634-81FF-54BAED1E7AC4}" dt="2023-06-11T21:32:17.461" v="363"/>
          <ac:grpSpMkLst>
            <pc:docMk/>
            <pc:sldMk cId="305023598" sldId="262"/>
            <ac:grpSpMk id="32" creationId="{9F505018-3828-87F9-BB71-FF0500605850}"/>
          </ac:grpSpMkLst>
        </pc:grpChg>
      </pc:sldChg>
      <pc:sldChg chg="modSp new">
        <pc:chgData name="Siva Sai Nagender Vasireddy" userId="" providerId="" clId="Web-{E0284C67-B06C-4634-81FF-54BAED1E7AC4}" dt="2023-06-11T21:35:08.623" v="368" actId="20577"/>
        <pc:sldMkLst>
          <pc:docMk/>
          <pc:sldMk cId="437064208" sldId="263"/>
        </pc:sldMkLst>
        <pc:spChg chg="mod">
          <ac:chgData name="Siva Sai Nagender Vasireddy" userId="" providerId="" clId="Web-{E0284C67-B06C-4634-81FF-54BAED1E7AC4}" dt="2023-06-11T21:35:08.623" v="368" actId="20577"/>
          <ac:spMkLst>
            <pc:docMk/>
            <pc:sldMk cId="437064208" sldId="263"/>
            <ac:spMk id="2" creationId="{23DD6819-0471-0720-D403-FF115AA666D8}"/>
          </ac:spMkLst>
        </pc:spChg>
      </pc:sldChg>
      <pc:sldChg chg="modSp new">
        <pc:chgData name="Siva Sai Nagender Vasireddy" userId="" providerId="" clId="Web-{E0284C67-B06C-4634-81FF-54BAED1E7AC4}" dt="2023-06-11T21:38:20.692" v="374" actId="20577"/>
        <pc:sldMkLst>
          <pc:docMk/>
          <pc:sldMk cId="3417815071" sldId="264"/>
        </pc:sldMkLst>
        <pc:spChg chg="mod">
          <ac:chgData name="Siva Sai Nagender Vasireddy" userId="" providerId="" clId="Web-{E0284C67-B06C-4634-81FF-54BAED1E7AC4}" dt="2023-06-11T21:38:20.692" v="374" actId="20577"/>
          <ac:spMkLst>
            <pc:docMk/>
            <pc:sldMk cId="3417815071" sldId="264"/>
            <ac:spMk id="2" creationId="{02380FBF-0E80-6C70-1EA9-0364BA85F1F5}"/>
          </ac:spMkLst>
        </pc:spChg>
      </pc:sldChg>
      <pc:sldChg chg="modSp new">
        <pc:chgData name="Siva Sai Nagender Vasireddy" userId="" providerId="" clId="Web-{E0284C67-B06C-4634-81FF-54BAED1E7AC4}" dt="2023-06-11T21:39:56.991" v="405" actId="20577"/>
        <pc:sldMkLst>
          <pc:docMk/>
          <pc:sldMk cId="381644681" sldId="265"/>
        </pc:sldMkLst>
        <pc:spChg chg="mod">
          <ac:chgData name="Siva Sai Nagender Vasireddy" userId="" providerId="" clId="Web-{E0284C67-B06C-4634-81FF-54BAED1E7AC4}" dt="2023-06-11T21:38:31.333" v="382" actId="20577"/>
          <ac:spMkLst>
            <pc:docMk/>
            <pc:sldMk cId="381644681" sldId="265"/>
            <ac:spMk id="2" creationId="{AF5CBF56-9D12-2CE0-A5E4-F1EAEB2D19F6}"/>
          </ac:spMkLst>
        </pc:spChg>
        <pc:spChg chg="mod">
          <ac:chgData name="Siva Sai Nagender Vasireddy" userId="" providerId="" clId="Web-{E0284C67-B06C-4634-81FF-54BAED1E7AC4}" dt="2023-06-11T21:39:56.991" v="405" actId="20577"/>
          <ac:spMkLst>
            <pc:docMk/>
            <pc:sldMk cId="381644681" sldId="265"/>
            <ac:spMk id="3" creationId="{BC90BADA-DEB2-0C95-16E9-EE289BD38257}"/>
          </ac:spMkLst>
        </pc:spChg>
      </pc:sldChg>
      <pc:sldChg chg="addSp delSp modSp new">
        <pc:chgData name="Siva Sai Nagender Vasireddy" userId="" providerId="" clId="Web-{E0284C67-B06C-4634-81FF-54BAED1E7AC4}" dt="2023-06-11T21:56:23.679" v="578" actId="20577"/>
        <pc:sldMkLst>
          <pc:docMk/>
          <pc:sldMk cId="3493412859" sldId="266"/>
        </pc:sldMkLst>
        <pc:spChg chg="mod">
          <ac:chgData name="Siva Sai Nagender Vasireddy" userId="" providerId="" clId="Web-{E0284C67-B06C-4634-81FF-54BAED1E7AC4}" dt="2023-06-11T21:43:43.796" v="414" actId="20577"/>
          <ac:spMkLst>
            <pc:docMk/>
            <pc:sldMk cId="3493412859" sldId="266"/>
            <ac:spMk id="2" creationId="{ABBD04C3-8576-AA20-231C-93B4B5E7C089}"/>
          </ac:spMkLst>
        </pc:spChg>
        <pc:spChg chg="del">
          <ac:chgData name="Siva Sai Nagender Vasireddy" userId="" providerId="" clId="Web-{E0284C67-B06C-4634-81FF-54BAED1E7AC4}" dt="2023-06-11T21:44:15.875" v="415"/>
          <ac:spMkLst>
            <pc:docMk/>
            <pc:sldMk cId="3493412859" sldId="266"/>
            <ac:spMk id="3" creationId="{4F78A619-9ABD-D679-AC22-044CB027D10E}"/>
          </ac:spMkLst>
        </pc:spChg>
        <pc:spChg chg="mod">
          <ac:chgData name="Siva Sai Nagender Vasireddy" userId="" providerId="" clId="Web-{E0284C67-B06C-4634-81FF-54BAED1E7AC4}" dt="2023-06-11T21:44:46.173" v="421" actId="20577"/>
          <ac:spMkLst>
            <pc:docMk/>
            <pc:sldMk cId="3493412859" sldId="266"/>
            <ac:spMk id="32" creationId="{AA6117AC-9D6A-250C-9729-DEECB586BD7D}"/>
          </ac:spMkLst>
        </pc:spChg>
        <pc:spChg chg="mod">
          <ac:chgData name="Siva Sai Nagender Vasireddy" userId="" providerId="" clId="Web-{E0284C67-B06C-4634-81FF-54BAED1E7AC4}" dt="2023-06-11T21:45:16.517" v="427" actId="20577"/>
          <ac:spMkLst>
            <pc:docMk/>
            <pc:sldMk cId="3493412859" sldId="266"/>
            <ac:spMk id="33" creationId="{E5B29DB2-6EDE-E10E-6780-33207FD09ECE}"/>
          </ac:spMkLst>
        </pc:spChg>
        <pc:spChg chg="add mod">
          <ac:chgData name="Siva Sai Nagender Vasireddy" userId="" providerId="" clId="Web-{E0284C67-B06C-4634-81FF-54BAED1E7AC4}" dt="2023-06-11T21:49:26.134" v="458" actId="20577"/>
          <ac:spMkLst>
            <pc:docMk/>
            <pc:sldMk cId="3493412859" sldId="266"/>
            <ac:spMk id="42" creationId="{7EDCD078-CA8E-B4C0-AC74-267A0BB1C10B}"/>
          </ac:spMkLst>
        </pc:spChg>
        <pc:spChg chg="add mod">
          <ac:chgData name="Siva Sai Nagender Vasireddy" userId="" providerId="" clId="Web-{E0284C67-B06C-4634-81FF-54BAED1E7AC4}" dt="2023-06-11T21:53:04.032" v="566" actId="14100"/>
          <ac:spMkLst>
            <pc:docMk/>
            <pc:sldMk cId="3493412859" sldId="266"/>
            <ac:spMk id="43" creationId="{A02DE857-27FF-B295-3DA1-4F1CF3E437BB}"/>
          </ac:spMkLst>
        </pc:spChg>
        <pc:spChg chg="add mod">
          <ac:chgData name="Siva Sai Nagender Vasireddy" userId="" providerId="" clId="Web-{E0284C67-B06C-4634-81FF-54BAED1E7AC4}" dt="2023-06-11T21:56:23.679" v="578" actId="20577"/>
          <ac:spMkLst>
            <pc:docMk/>
            <pc:sldMk cId="3493412859" sldId="266"/>
            <ac:spMk id="44" creationId="{E0CBCD49-1560-5656-CF0D-65EB630B4C8A}"/>
          </ac:spMkLst>
        </pc:spChg>
        <pc:grpChg chg="add">
          <ac:chgData name="Siva Sai Nagender Vasireddy" userId="" providerId="" clId="Web-{E0284C67-B06C-4634-81FF-54BAED1E7AC4}" dt="2023-06-11T21:44:18.187" v="416"/>
          <ac:grpSpMkLst>
            <pc:docMk/>
            <pc:sldMk cId="3493412859" sldId="266"/>
            <ac:grpSpMk id="16" creationId="{D5E9206E-7BCC-969A-387D-A7E999C7D6C4}"/>
          </ac:grpSpMkLst>
        </pc:grpChg>
        <pc:grpChg chg="add mod">
          <ac:chgData name="Siva Sai Nagender Vasireddy" userId="" providerId="" clId="Web-{E0284C67-B06C-4634-81FF-54BAED1E7AC4}" dt="2023-06-11T21:47:03.817" v="428" actId="1076"/>
          <ac:grpSpMkLst>
            <pc:docMk/>
            <pc:sldMk cId="3493412859" sldId="266"/>
            <ac:grpSpMk id="29" creationId="{BCCECF4D-4132-3B59-D29F-805080CFD916}"/>
          </ac:grpSpMkLst>
        </pc:grpChg>
        <pc:grpChg chg="add mod">
          <ac:chgData name="Siva Sai Nagender Vasireddy" userId="" providerId="" clId="Web-{E0284C67-B06C-4634-81FF-54BAED1E7AC4}" dt="2023-06-11T21:44:41.829" v="419" actId="1076"/>
          <ac:grpSpMkLst>
            <pc:docMk/>
            <pc:sldMk cId="3493412859" sldId="266"/>
            <ac:grpSpMk id="30" creationId="{FF3AB2E8-3959-4899-FC58-FBED4A905627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ersonal.utdallas.edu/~nicholas.ruozzi/cs6375/2022sp/index.html" TargetMode="External"/><Relationship Id="rId2" Type="http://schemas.openxmlformats.org/officeDocument/2006/relationships/hyperlink" Target="https://pub.towardsai.net/basic-linear-algebra-for-deep-learning-and-machine-learning-ml-python-tutorial-444e23db3e9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xplained.ai/matrix-calculu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Linear Algebra for Deep Learning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Siva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228B0-8F5D-9303-5C1D-6B26FED0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 Classification with Logistic Regression</a:t>
            </a:r>
          </a:p>
        </p:txBody>
      </p:sp>
      <p:pic>
        <p:nvPicPr>
          <p:cNvPr id="1026" name="Picture 2" descr="MNIST sample images">
            <a:extLst>
              <a:ext uri="{FF2B5EF4-FFF2-40B4-BE49-F238E27FC236}">
                <a16:creationId xmlns:a16="http://schemas.microsoft.com/office/drawing/2014/main" id="{D299A5C4-2405-BAE7-F191-FACBDDE859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74" y="2541895"/>
            <a:ext cx="353695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9DB4FB-623F-7B62-9A70-BDA036827A0D}"/>
              </a:ext>
            </a:extLst>
          </p:cNvPr>
          <p:cNvSpPr txBox="1"/>
          <p:nvPr/>
        </p:nvSpPr>
        <p:spPr>
          <a:xfrm>
            <a:off x="1797222" y="1835102"/>
            <a:ext cx="8614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DE4250-E809-CECD-BF84-F0303CE2BC25}"/>
              </a:ext>
            </a:extLst>
          </p:cNvPr>
          <p:cNvSpPr txBox="1"/>
          <p:nvPr/>
        </p:nvSpPr>
        <p:spPr>
          <a:xfrm>
            <a:off x="653149" y="4692617"/>
            <a:ext cx="3149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MNIST Dataset</a:t>
            </a:r>
          </a:p>
          <a:p>
            <a:endParaRPr lang="en-US" dirty="0"/>
          </a:p>
          <a:p>
            <a:r>
              <a:rPr lang="en-US" dirty="0"/>
              <a:t>Datapoints  : Images with labels</a:t>
            </a:r>
          </a:p>
          <a:p>
            <a:r>
              <a:rPr lang="en-US" dirty="0"/>
              <a:t>Image Size   : 28 x 28</a:t>
            </a:r>
          </a:p>
          <a:p>
            <a:r>
              <a:rPr lang="en-US" dirty="0"/>
              <a:t>Image Type : Binary</a:t>
            </a:r>
          </a:p>
          <a:p>
            <a:r>
              <a:rPr lang="en-US" dirty="0"/>
              <a:t>One-hot encoding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2E7AF59-26BB-97CB-8B23-8892AB60A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6600" y="1680971"/>
            <a:ext cx="7645400" cy="8609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>
                <a:solidFill>
                  <a:schemeClr val="accent1"/>
                </a:solidFill>
              </a:rPr>
              <a:t>Classification Task </a:t>
            </a:r>
            <a:r>
              <a:rPr lang="en-US" dirty="0">
                <a:solidFill>
                  <a:schemeClr val="accent1"/>
                </a:solidFill>
              </a:rPr>
              <a:t>: Classify each image into one of the classes – 0, 1, 2, 3, 4, 5, 6, 7, 8, 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7F9853-2698-D568-ADEE-994CEA1F6646}"/>
                  </a:ext>
                </a:extLst>
              </p:cNvPr>
              <p:cNvSpPr txBox="1"/>
              <p:nvPr/>
            </p:nvSpPr>
            <p:spPr>
              <a:xfrm>
                <a:off x="4546600" y="3973702"/>
                <a:ext cx="5789277" cy="13216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u="sng" dirty="0">
                    <a:solidFill>
                      <a:schemeClr val="accent6"/>
                    </a:solidFill>
                  </a:rPr>
                  <a:t>Training Algorithm : Gradient Descent</a:t>
                </a:r>
              </a:p>
              <a:p>
                <a:r>
                  <a:rPr lang="en-US" b="1">
                    <a:solidFill>
                      <a:schemeClr val="accent6"/>
                    </a:solidFill>
                  </a:rPr>
                  <a:t>Loss </a:t>
                </a:r>
                <a:r>
                  <a:rPr lang="en-US" b="1" dirty="0">
                    <a:solidFill>
                      <a:schemeClr val="accent6"/>
                    </a:solidFill>
                  </a:rPr>
                  <a:t>Function : </a:t>
                </a:r>
                <a:r>
                  <a:rPr lang="en-US" dirty="0">
                    <a:solidFill>
                      <a:schemeClr val="accent6"/>
                    </a:solidFill>
                  </a:rPr>
                  <a:t>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sup>
                          <m:e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𝑦𝑖𝑗</m:t>
                            </m:r>
                            <m:r>
                              <a:rPr lang="en-US" b="0" i="1" baseline="-2500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𝑙𝑜𝑔</m:t>
                            </m:r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𝑝𝑖𝑗</m:t>
                            </m:r>
                          </m:e>
                        </m:nary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b="1" dirty="0">
                    <a:solidFill>
                      <a:schemeClr val="accent6"/>
                    </a:solidFill>
                  </a:rPr>
                  <a:t> - </a:t>
                </a:r>
                <a:r>
                  <a:rPr lang="en-US" i="1" dirty="0">
                    <a:solidFill>
                      <a:schemeClr val="accent6"/>
                    </a:solidFill>
                  </a:rPr>
                  <a:t>CE Loss</a:t>
                </a:r>
              </a:p>
              <a:p>
                <a:r>
                  <a:rPr lang="en-US" b="1" dirty="0">
                    <a:solidFill>
                      <a:schemeClr val="accent6"/>
                    </a:solidFill>
                  </a:rPr>
                  <a:t>Update Rule 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− 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 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i="1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accent6"/>
                    </a:solidFill>
                  </a:rPr>
                  <a:t> for each parameter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7F9853-2698-D568-ADEE-994CEA1F6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6600" y="3973702"/>
                <a:ext cx="5789277" cy="1321644"/>
              </a:xfrm>
              <a:prstGeom prst="rect">
                <a:avLst/>
              </a:prstGeom>
              <a:blipFill>
                <a:blip r:embed="rId3"/>
                <a:stretch>
                  <a:fillRect l="-2188" t="-4717" r="-1094" b="-122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C3CFDF51-E65A-1D65-9148-09C16D8A6463}"/>
              </a:ext>
            </a:extLst>
          </p:cNvPr>
          <p:cNvGrpSpPr/>
          <p:nvPr/>
        </p:nvGrpSpPr>
        <p:grpSpPr>
          <a:xfrm>
            <a:off x="5065169" y="2905780"/>
            <a:ext cx="5525016" cy="819244"/>
            <a:chOff x="5065169" y="2905780"/>
            <a:chExt cx="5525016" cy="81924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3911B6-2C7A-EF43-392C-28205A1DFE47}"/>
                </a:ext>
              </a:extLst>
            </p:cNvPr>
            <p:cNvSpPr txBox="1"/>
            <p:nvPr/>
          </p:nvSpPr>
          <p:spPr>
            <a:xfrm>
              <a:off x="5065169" y="2905780"/>
              <a:ext cx="23487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b="1" u="sng" dirty="0">
                  <a:solidFill>
                    <a:srgbClr val="FF0000"/>
                  </a:solidFill>
                </a:rPr>
                <a:t>Model</a:t>
              </a:r>
              <a:r>
                <a:rPr lang="en-US" sz="2800" dirty="0">
                  <a:solidFill>
                    <a:srgbClr val="FF0000"/>
                  </a:solidFill>
                </a:rPr>
                <a:t> : f(x) -&gt; 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269423C-BE0C-7236-2E05-FC9EFBFDEB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41238" y="3006534"/>
              <a:ext cx="334347" cy="33434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6B70C34-034D-C892-7E55-A91D10EBAB0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36168" y="3390677"/>
              <a:ext cx="334347" cy="3343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DE72D60-2814-2125-B21B-95641F5945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90634" y="3006534"/>
              <a:ext cx="334347" cy="33434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853BF6D-4AC8-299A-E0BD-AFD31BFACD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785564" y="3390677"/>
              <a:ext cx="334347" cy="3343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E1C2C8D-E2F8-3D8D-E1F6-F3A229E96AF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41761" y="3006534"/>
              <a:ext cx="334347" cy="33434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ADFBE21-1EB4-9B23-9752-64B6AC1A50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136691" y="3390677"/>
              <a:ext cx="334347" cy="3343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F47E4C2-90AE-C2A5-7E2F-9FE2AF20DA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91157" y="3006534"/>
              <a:ext cx="334347" cy="33434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DB529C0-9C4F-A982-245F-D414F44F0B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86087" y="3390677"/>
              <a:ext cx="334347" cy="3343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A38E31F-B854-B7E9-A475-65177E9E269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49995" y="3006534"/>
              <a:ext cx="334347" cy="33434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EC929B3-F957-14F7-E105-45EBD3AE113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844925" y="3390677"/>
              <a:ext cx="334347" cy="3343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D25F4DA-5AC8-4BA9-4E60-75813375F7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9391" y="3006534"/>
              <a:ext cx="334347" cy="33434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987DC30-A8E0-7BEC-1732-766DF860E1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94321" y="3390677"/>
              <a:ext cx="334347" cy="3343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DE8BCA1-C02C-A2E9-DD14-E155B6B7688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50518" y="3006534"/>
              <a:ext cx="334347" cy="33434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086FD31-8FFA-995E-E803-A3F2090FA91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45448" y="3390677"/>
              <a:ext cx="334347" cy="3343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60F2E1A-27DE-591B-0E17-E06542D3CF6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99914" y="3006534"/>
              <a:ext cx="334347" cy="33434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6487C3E-28D6-9FB2-BC38-929098EE1B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894844" y="3390677"/>
              <a:ext cx="334347" cy="3343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6936AE8-206D-87DB-9D77-1E9938DC447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55838" y="3006534"/>
              <a:ext cx="334347" cy="334347"/>
            </a:xfrm>
            <a:prstGeom prst="rect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5FC00C2-5059-406C-AC15-444B831B45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250768" y="3390677"/>
              <a:ext cx="334347" cy="33434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990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4958C-C2CF-B9AF-B196-3AC2C7F6C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Mathematical Objects in Linear Algebra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9AC33-CDEA-F3BB-03A2-D265B775E31C}"/>
              </a:ext>
            </a:extLst>
          </p:cNvPr>
          <p:cNvSpPr txBox="1"/>
          <p:nvPr/>
        </p:nvSpPr>
        <p:spPr>
          <a:xfrm>
            <a:off x="1176759" y="1803721"/>
            <a:ext cx="85266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cs typeface="Calibri"/>
              </a:rPr>
              <a:t>Scalar</a:t>
            </a:r>
          </a:p>
          <a:p>
            <a:endParaRPr lang="en-US">
              <a:cs typeface="Calibri"/>
            </a:endParaRPr>
          </a:p>
          <a:p>
            <a:r>
              <a:rPr lang="en-US">
                <a:cs typeface="Calibri"/>
              </a:rPr>
              <a:t>    a</a:t>
            </a:r>
            <a:r>
              <a:rPr lang="en-US" baseline="-25000">
                <a:cs typeface="Calibri"/>
              </a:rPr>
              <a:t>1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EF85C2D-13FD-83E2-11B8-314FC7BCDF67}"/>
              </a:ext>
            </a:extLst>
          </p:cNvPr>
          <p:cNvGrpSpPr/>
          <p:nvPr/>
        </p:nvGrpSpPr>
        <p:grpSpPr>
          <a:xfrm>
            <a:off x="3694252" y="2449974"/>
            <a:ext cx="2405605" cy="1967696"/>
            <a:chOff x="8835341" y="1774784"/>
            <a:chExt cx="2405605" cy="196769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3426BF0-7FD1-02A2-C506-3C2FEA9D3C17}"/>
                </a:ext>
              </a:extLst>
            </p:cNvPr>
            <p:cNvGrpSpPr/>
            <p:nvPr/>
          </p:nvGrpSpPr>
          <p:grpSpPr>
            <a:xfrm>
              <a:off x="8835341" y="2141316"/>
              <a:ext cx="2405605" cy="1601164"/>
              <a:chOff x="4253695" y="3375949"/>
              <a:chExt cx="2405605" cy="160116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6F9A4B-FF6A-34A7-6A30-6B62A307E498}"/>
                  </a:ext>
                </a:extLst>
              </p:cNvPr>
              <p:cNvSpPr txBox="1"/>
              <p:nvPr/>
            </p:nvSpPr>
            <p:spPr>
              <a:xfrm>
                <a:off x="4263341" y="3433822"/>
                <a:ext cx="2395959" cy="14773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11</a:t>
                </a:r>
                <a:r>
                  <a:rPr lang="en-US">
                    <a:cs typeface="Calibri"/>
                  </a:rPr>
                  <a:t>    a</a:t>
                </a:r>
                <a:r>
                  <a:rPr lang="en-US" baseline="-25000">
                    <a:cs typeface="Calibri"/>
                  </a:rPr>
                  <a:t>12</a:t>
                </a:r>
                <a:r>
                  <a:rPr lang="en-US">
                    <a:cs typeface="Calibri"/>
                  </a:rPr>
                  <a:t>                  a</a:t>
                </a:r>
                <a:r>
                  <a:rPr lang="en-US" baseline="-25000">
                    <a:cs typeface="Calibri"/>
                  </a:rPr>
                  <a:t>1m</a:t>
                </a:r>
              </a:p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21</a:t>
                </a:r>
                <a:r>
                  <a:rPr lang="en-US">
                    <a:cs typeface="Calibri"/>
                  </a:rPr>
                  <a:t>    a</a:t>
                </a:r>
                <a:r>
                  <a:rPr lang="en-US" baseline="-25000">
                    <a:cs typeface="Calibri"/>
                  </a:rPr>
                  <a:t>22</a:t>
                </a:r>
                <a:r>
                  <a:rPr lang="en-US">
                    <a:cs typeface="Calibri"/>
                  </a:rPr>
                  <a:t>                  a</a:t>
                </a:r>
                <a:r>
                  <a:rPr lang="en-US" baseline="-25000">
                    <a:cs typeface="Calibri"/>
                  </a:rPr>
                  <a:t>2m</a:t>
                </a:r>
              </a:p>
              <a:p>
                <a:r>
                  <a:rPr lang="en-US">
                    <a:cs typeface="Calibri"/>
                  </a:rPr>
                  <a:t>                     </a:t>
                </a:r>
              </a:p>
              <a:p>
                <a:r>
                  <a:rPr lang="en-US">
                    <a:cs typeface="Calibri"/>
                  </a:rPr>
                  <a:t>                     </a:t>
                </a:r>
              </a:p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n1</a:t>
                </a:r>
                <a:r>
                  <a:rPr lang="en-US">
                    <a:cs typeface="Calibri"/>
                  </a:rPr>
                  <a:t>    a</a:t>
                </a:r>
                <a:r>
                  <a:rPr lang="en-US" baseline="-25000">
                    <a:cs typeface="Calibri"/>
                  </a:rPr>
                  <a:t>n2</a:t>
                </a:r>
                <a:r>
                  <a:rPr lang="en-US">
                    <a:cs typeface="Calibri"/>
                  </a:rPr>
                  <a:t>                  </a:t>
                </a:r>
                <a:r>
                  <a:rPr lang="en-US" err="1">
                    <a:cs typeface="Calibri"/>
                  </a:rPr>
                  <a:t>a</a:t>
                </a:r>
                <a:r>
                  <a:rPr lang="en-US" baseline="-25000" err="1">
                    <a:cs typeface="Calibri"/>
                  </a:rPr>
                  <a:t>nm</a:t>
                </a:r>
                <a:endParaRPr lang="en-US" baseline="-25000">
                  <a:cs typeface="Calibri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B451F83-5E4C-11C5-515F-058CE818F559}"/>
                  </a:ext>
                </a:extLst>
              </p:cNvPr>
              <p:cNvSpPr txBox="1"/>
              <p:nvPr/>
            </p:nvSpPr>
            <p:spPr>
              <a:xfrm>
                <a:off x="5372582" y="337594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9EAA0CE-2704-0C21-84F8-2C3C69C90752}"/>
                  </a:ext>
                </a:extLst>
              </p:cNvPr>
              <p:cNvSpPr txBox="1"/>
              <p:nvPr/>
            </p:nvSpPr>
            <p:spPr>
              <a:xfrm rot="5400000">
                <a:off x="4369443" y="4215113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8C4ADF-8F21-C490-E35D-32E83B9D5CB3}"/>
                  </a:ext>
                </a:extLst>
              </p:cNvPr>
              <p:cNvSpPr txBox="1"/>
              <p:nvPr/>
            </p:nvSpPr>
            <p:spPr>
              <a:xfrm rot="5400000">
                <a:off x="4822784" y="421511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7C49B6-5FBF-A4D1-B6D1-F6407959577C}"/>
                  </a:ext>
                </a:extLst>
              </p:cNvPr>
              <p:cNvSpPr txBox="1"/>
              <p:nvPr/>
            </p:nvSpPr>
            <p:spPr>
              <a:xfrm rot="5400000">
                <a:off x="6009189" y="417652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A880C62-58C2-A56E-42F4-749C172E6167}"/>
                  </a:ext>
                </a:extLst>
              </p:cNvPr>
              <p:cNvSpPr txBox="1"/>
              <p:nvPr/>
            </p:nvSpPr>
            <p:spPr>
              <a:xfrm>
                <a:off x="5372581" y="3742480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9724F9-EE19-0F30-4E58-99E332D38352}"/>
                  </a:ext>
                </a:extLst>
              </p:cNvPr>
              <p:cNvSpPr txBox="1"/>
              <p:nvPr/>
            </p:nvSpPr>
            <p:spPr>
              <a:xfrm>
                <a:off x="5372580" y="454306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0" name="Left Bracket 19">
                <a:extLst>
                  <a:ext uri="{FF2B5EF4-FFF2-40B4-BE49-F238E27FC236}">
                    <a16:creationId xmlns:a16="http://schemas.microsoft.com/office/drawing/2014/main" id="{75F798B8-2156-940D-631A-93605B260BD3}"/>
                  </a:ext>
                </a:extLst>
              </p:cNvPr>
              <p:cNvSpPr/>
              <p:nvPr/>
            </p:nvSpPr>
            <p:spPr>
              <a:xfrm>
                <a:off x="4253695" y="3539924"/>
                <a:ext cx="96455" cy="1437189"/>
              </a:xfrm>
              <a:prstGeom prst="lef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ight Bracket 20">
                <a:extLst>
                  <a:ext uri="{FF2B5EF4-FFF2-40B4-BE49-F238E27FC236}">
                    <a16:creationId xmlns:a16="http://schemas.microsoft.com/office/drawing/2014/main" id="{F2E5F422-50E9-D415-3159-D0DAFE8D2A9D}"/>
                  </a:ext>
                </a:extLst>
              </p:cNvPr>
              <p:cNvSpPr/>
              <p:nvPr/>
            </p:nvSpPr>
            <p:spPr>
              <a:xfrm>
                <a:off x="6308202" y="3568859"/>
                <a:ext cx="115746" cy="1388962"/>
              </a:xfrm>
              <a:prstGeom prst="righ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29C1FD9-A913-273C-A66E-8A39CCA834ED}"/>
                </a:ext>
              </a:extLst>
            </p:cNvPr>
            <p:cNvSpPr txBox="1"/>
            <p:nvPr/>
          </p:nvSpPr>
          <p:spPr>
            <a:xfrm>
              <a:off x="9491240" y="1774784"/>
              <a:ext cx="852668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Matrix</a:t>
              </a:r>
              <a:endParaRPr lang="en-US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9AD489B-EBB4-EF39-F262-24392833F523}"/>
              </a:ext>
            </a:extLst>
          </p:cNvPr>
          <p:cNvGrpSpPr/>
          <p:nvPr/>
        </p:nvGrpSpPr>
        <p:grpSpPr>
          <a:xfrm>
            <a:off x="1012547" y="3812116"/>
            <a:ext cx="1753707" cy="2343918"/>
            <a:chOff x="4577644" y="1692208"/>
            <a:chExt cx="1753707" cy="234391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C606BC5-5867-8D25-0726-40476E5675AB}"/>
                </a:ext>
              </a:extLst>
            </p:cNvPr>
            <p:cNvSpPr txBox="1"/>
            <p:nvPr/>
          </p:nvSpPr>
          <p:spPr>
            <a:xfrm>
              <a:off x="4577644" y="1692208"/>
              <a:ext cx="958769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>
                  <a:cs typeface="Calibri"/>
                </a:rPr>
                <a:t>Vector</a:t>
              </a:r>
            </a:p>
            <a:p>
              <a:endParaRPr lang="en-US">
                <a:cs typeface="Calibri"/>
              </a:endParaRPr>
            </a:p>
            <a:p>
              <a:r>
                <a:rPr lang="en-US">
                  <a:cs typeface="Calibri"/>
                </a:rPr>
                <a:t>    </a:t>
              </a:r>
              <a:endParaRPr lang="en-US" baseline="-25000">
                <a:cs typeface="Calibri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DD518D8-6D85-5C6B-5942-89D92468F47C}"/>
                </a:ext>
              </a:extLst>
            </p:cNvPr>
            <p:cNvGrpSpPr/>
            <p:nvPr/>
          </p:nvGrpSpPr>
          <p:grpSpPr>
            <a:xfrm>
              <a:off x="4957822" y="2314936"/>
              <a:ext cx="1373529" cy="417560"/>
              <a:chOff x="4832430" y="3038354"/>
              <a:chExt cx="1373529" cy="41756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DE9969-33DB-C0ED-7943-A769CC39F3CF}"/>
                  </a:ext>
                </a:extLst>
              </p:cNvPr>
              <p:cNvSpPr txBox="1"/>
              <p:nvPr/>
            </p:nvSpPr>
            <p:spPr>
              <a:xfrm>
                <a:off x="4832430" y="3086582"/>
                <a:ext cx="1373529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1</a:t>
                </a:r>
                <a:r>
                  <a:rPr lang="en-US">
                    <a:cs typeface="Calibri"/>
                  </a:rPr>
                  <a:t>  a</a:t>
                </a:r>
                <a:r>
                  <a:rPr lang="en-US" baseline="-25000">
                    <a:cs typeface="Calibri"/>
                  </a:rPr>
                  <a:t>2</a:t>
                </a:r>
                <a:r>
                  <a:rPr lang="en-US">
                    <a:cs typeface="Calibri"/>
                  </a:rPr>
                  <a:t>        a</a:t>
                </a:r>
                <a:r>
                  <a:rPr lang="en-US" baseline="-25000">
                    <a:cs typeface="Calibri"/>
                  </a:rPr>
                  <a:t>n</a:t>
                </a:r>
                <a:endParaRPr lang="en-US" baseline="-25000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010401-ABB7-ECC3-BC07-DD7F4A54A60A}"/>
                  </a:ext>
                </a:extLst>
              </p:cNvPr>
              <p:cNvSpPr txBox="1"/>
              <p:nvPr/>
            </p:nvSpPr>
            <p:spPr>
              <a:xfrm>
                <a:off x="5420809" y="3038354"/>
                <a:ext cx="331807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9" name="Left Bracket 8">
                <a:extLst>
                  <a:ext uri="{FF2B5EF4-FFF2-40B4-BE49-F238E27FC236}">
                    <a16:creationId xmlns:a16="http://schemas.microsoft.com/office/drawing/2014/main" id="{5A3B4F9A-5FA3-1FEC-ECA9-6AFEC8CEEEA2}"/>
                  </a:ext>
                </a:extLst>
              </p:cNvPr>
              <p:cNvSpPr/>
              <p:nvPr/>
            </p:nvSpPr>
            <p:spPr>
              <a:xfrm>
                <a:off x="4861367" y="3202328"/>
                <a:ext cx="57873" cy="212203"/>
              </a:xfrm>
              <a:prstGeom prst="lef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ight Bracket 9">
                <a:extLst>
                  <a:ext uri="{FF2B5EF4-FFF2-40B4-BE49-F238E27FC236}">
                    <a16:creationId xmlns:a16="http://schemas.microsoft.com/office/drawing/2014/main" id="{C79EF824-78CA-AEAC-E660-1BF64847C19D}"/>
                  </a:ext>
                </a:extLst>
              </p:cNvPr>
              <p:cNvSpPr/>
              <p:nvPr/>
            </p:nvSpPr>
            <p:spPr>
              <a:xfrm>
                <a:off x="5999543" y="3202328"/>
                <a:ext cx="67519" cy="231494"/>
              </a:xfrm>
              <a:prstGeom prst="righ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3FD2207-E1C5-6526-98D9-819647D2B9B9}"/>
                </a:ext>
              </a:extLst>
            </p:cNvPr>
            <p:cNvGrpSpPr/>
            <p:nvPr/>
          </p:nvGrpSpPr>
          <p:grpSpPr>
            <a:xfrm>
              <a:off x="5478684" y="2835797"/>
              <a:ext cx="486136" cy="1200329"/>
              <a:chOff x="5353291" y="3067291"/>
              <a:chExt cx="486136" cy="1200329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49EAECB-B2CD-3AD5-562E-AE8082558DBC}"/>
                  </a:ext>
                </a:extLst>
              </p:cNvPr>
              <p:cNvSpPr txBox="1"/>
              <p:nvPr/>
            </p:nvSpPr>
            <p:spPr>
              <a:xfrm>
                <a:off x="5353291" y="3067291"/>
                <a:ext cx="486136" cy="120032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1</a:t>
                </a:r>
              </a:p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2</a:t>
                </a:r>
              </a:p>
              <a:p>
                <a:pPr algn="l"/>
                <a:endParaRPr lang="en-US">
                  <a:cs typeface="Calibri"/>
                </a:endParaRPr>
              </a:p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n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D4F05A7-E481-20EA-1351-D7455B292ED3}"/>
                  </a:ext>
                </a:extLst>
              </p:cNvPr>
              <p:cNvSpPr txBox="1"/>
              <p:nvPr/>
            </p:nvSpPr>
            <p:spPr>
              <a:xfrm rot="5400000">
                <a:off x="5401518" y="3742480"/>
                <a:ext cx="380035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6" name="Left Bracket 25">
                <a:extLst>
                  <a:ext uri="{FF2B5EF4-FFF2-40B4-BE49-F238E27FC236}">
                    <a16:creationId xmlns:a16="http://schemas.microsoft.com/office/drawing/2014/main" id="{887D71C6-1C63-9B7C-07FB-5DDD8B817F35}"/>
                  </a:ext>
                </a:extLst>
              </p:cNvPr>
              <p:cNvSpPr/>
              <p:nvPr/>
            </p:nvSpPr>
            <p:spPr>
              <a:xfrm>
                <a:off x="5353291" y="3192683"/>
                <a:ext cx="57873" cy="1070658"/>
              </a:xfrm>
              <a:prstGeom prst="lef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ight Bracket 26">
                <a:extLst>
                  <a:ext uri="{FF2B5EF4-FFF2-40B4-BE49-F238E27FC236}">
                    <a16:creationId xmlns:a16="http://schemas.microsoft.com/office/drawing/2014/main" id="{8F7F8662-C9A7-45E5-2165-CC26C56E575E}"/>
                  </a:ext>
                </a:extLst>
              </p:cNvPr>
              <p:cNvSpPr/>
              <p:nvPr/>
            </p:nvSpPr>
            <p:spPr>
              <a:xfrm>
                <a:off x="5633012" y="3192683"/>
                <a:ext cx="77164" cy="1070658"/>
              </a:xfrm>
              <a:prstGeom prst="righ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29" name="Picture 29">
            <a:extLst>
              <a:ext uri="{FF2B5EF4-FFF2-40B4-BE49-F238E27FC236}">
                <a16:creationId xmlns:a16="http://schemas.microsoft.com/office/drawing/2014/main" id="{99EF342E-905B-E75C-1566-3CBE0C5FB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476" y="2024219"/>
            <a:ext cx="5521124" cy="35619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1ACFDF-4F29-9488-30CA-B0B2EF6F5511}"/>
              </a:ext>
            </a:extLst>
          </p:cNvPr>
          <p:cNvSpPr txBox="1"/>
          <p:nvPr/>
        </p:nvSpPr>
        <p:spPr>
          <a:xfrm>
            <a:off x="49251" y="4449337"/>
            <a:ext cx="12749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Calibri"/>
                <a:cs typeface="Calibri"/>
              </a:rPr>
              <a:t>Row Vector of size n or (1 x n)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C1F404-10AE-9FF7-C1DC-5F16C6D68681}"/>
              </a:ext>
            </a:extLst>
          </p:cNvPr>
          <p:cNvSpPr txBox="1"/>
          <p:nvPr/>
        </p:nvSpPr>
        <p:spPr>
          <a:xfrm>
            <a:off x="123592" y="5322849"/>
            <a:ext cx="15165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Calibri"/>
                <a:cs typeface="Calibri"/>
              </a:rPr>
              <a:t>Column vector of size n or (n x 1)</a:t>
            </a:r>
            <a:endParaRPr 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C23E49-92D1-357F-745D-AF5047BFBBC8}"/>
              </a:ext>
            </a:extLst>
          </p:cNvPr>
          <p:cNvSpPr txBox="1"/>
          <p:nvPr/>
        </p:nvSpPr>
        <p:spPr>
          <a:xfrm>
            <a:off x="4146394" y="4587797"/>
            <a:ext cx="148868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ea typeface="Calibri"/>
                <a:cs typeface="Calibri"/>
              </a:rPr>
              <a:t>Shape : n x 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63204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BBEB8-9AE4-D31C-418A-29D5ACD1D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Matrix-Scalar Operations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4091576-802D-356D-D3E7-B73B767AF146}"/>
              </a:ext>
            </a:extLst>
          </p:cNvPr>
          <p:cNvGrpSpPr/>
          <p:nvPr/>
        </p:nvGrpSpPr>
        <p:grpSpPr>
          <a:xfrm>
            <a:off x="1244279" y="1880886"/>
            <a:ext cx="2858945" cy="1601164"/>
            <a:chOff x="3240912" y="2816506"/>
            <a:chExt cx="2858945" cy="160116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2000393-646F-D10A-2E48-BD10B6C14329}"/>
                </a:ext>
              </a:extLst>
            </p:cNvPr>
            <p:cNvGrpSpPr/>
            <p:nvPr/>
          </p:nvGrpSpPr>
          <p:grpSpPr>
            <a:xfrm>
              <a:off x="3694252" y="2816506"/>
              <a:ext cx="2405605" cy="1601164"/>
              <a:chOff x="4253695" y="3375949"/>
              <a:chExt cx="2405605" cy="1601164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629C4C-C946-595D-BF66-9FFF985E4D94}"/>
                  </a:ext>
                </a:extLst>
              </p:cNvPr>
              <p:cNvSpPr txBox="1"/>
              <p:nvPr/>
            </p:nvSpPr>
            <p:spPr>
              <a:xfrm>
                <a:off x="4263341" y="3433822"/>
                <a:ext cx="2395959" cy="14773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11</a:t>
                </a:r>
                <a:r>
                  <a:rPr lang="en-US">
                    <a:cs typeface="Calibri"/>
                  </a:rPr>
                  <a:t>    a</a:t>
                </a:r>
                <a:r>
                  <a:rPr lang="en-US" baseline="-25000">
                    <a:cs typeface="Calibri"/>
                  </a:rPr>
                  <a:t>12</a:t>
                </a:r>
                <a:r>
                  <a:rPr lang="en-US">
                    <a:cs typeface="Calibri"/>
                  </a:rPr>
                  <a:t>                  a</a:t>
                </a:r>
                <a:r>
                  <a:rPr lang="en-US" baseline="-25000">
                    <a:cs typeface="Calibri"/>
                  </a:rPr>
                  <a:t>1m</a:t>
                </a:r>
              </a:p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21</a:t>
                </a:r>
                <a:r>
                  <a:rPr lang="en-US">
                    <a:cs typeface="Calibri"/>
                  </a:rPr>
                  <a:t>    a</a:t>
                </a:r>
                <a:r>
                  <a:rPr lang="en-US" baseline="-25000">
                    <a:cs typeface="Calibri"/>
                  </a:rPr>
                  <a:t>22</a:t>
                </a:r>
                <a:r>
                  <a:rPr lang="en-US">
                    <a:cs typeface="Calibri"/>
                  </a:rPr>
                  <a:t>                  a</a:t>
                </a:r>
                <a:r>
                  <a:rPr lang="en-US" baseline="-25000">
                    <a:cs typeface="Calibri"/>
                  </a:rPr>
                  <a:t>2m</a:t>
                </a:r>
              </a:p>
              <a:p>
                <a:r>
                  <a:rPr lang="en-US">
                    <a:cs typeface="Calibri"/>
                  </a:rPr>
                  <a:t>                     </a:t>
                </a:r>
              </a:p>
              <a:p>
                <a:r>
                  <a:rPr lang="en-US">
                    <a:cs typeface="Calibri"/>
                  </a:rPr>
                  <a:t>                     </a:t>
                </a:r>
              </a:p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n1</a:t>
                </a:r>
                <a:r>
                  <a:rPr lang="en-US">
                    <a:cs typeface="Calibri"/>
                  </a:rPr>
                  <a:t>    a</a:t>
                </a:r>
                <a:r>
                  <a:rPr lang="en-US" baseline="-25000">
                    <a:cs typeface="Calibri"/>
                  </a:rPr>
                  <a:t>n2</a:t>
                </a:r>
                <a:r>
                  <a:rPr lang="en-US">
                    <a:cs typeface="Calibri"/>
                  </a:rPr>
                  <a:t>                  </a:t>
                </a:r>
                <a:r>
                  <a:rPr lang="en-US" err="1">
                    <a:cs typeface="Calibri"/>
                  </a:rPr>
                  <a:t>a</a:t>
                </a:r>
                <a:r>
                  <a:rPr lang="en-US" baseline="-25000" err="1">
                    <a:cs typeface="Calibri"/>
                  </a:rPr>
                  <a:t>nm</a:t>
                </a:r>
                <a:endParaRPr lang="en-US" baseline="-25000">
                  <a:cs typeface="Calibri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A6437F1-E88A-97E2-E134-329495782445}"/>
                  </a:ext>
                </a:extLst>
              </p:cNvPr>
              <p:cNvSpPr txBox="1"/>
              <p:nvPr/>
            </p:nvSpPr>
            <p:spPr>
              <a:xfrm>
                <a:off x="5372582" y="337594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453CEBA-78D2-15C2-ACC2-8E8AAECCBDD5}"/>
                  </a:ext>
                </a:extLst>
              </p:cNvPr>
              <p:cNvSpPr txBox="1"/>
              <p:nvPr/>
            </p:nvSpPr>
            <p:spPr>
              <a:xfrm rot="5400000">
                <a:off x="4369443" y="4215113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22077A7-B051-0B22-7D8D-603084B20E95}"/>
                  </a:ext>
                </a:extLst>
              </p:cNvPr>
              <p:cNvSpPr txBox="1"/>
              <p:nvPr/>
            </p:nvSpPr>
            <p:spPr>
              <a:xfrm rot="5400000">
                <a:off x="4822784" y="421511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9897162-5840-F363-64A3-3975B93D4625}"/>
                  </a:ext>
                </a:extLst>
              </p:cNvPr>
              <p:cNvSpPr txBox="1"/>
              <p:nvPr/>
            </p:nvSpPr>
            <p:spPr>
              <a:xfrm rot="5400000">
                <a:off x="6009189" y="417652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32E8805-1893-9D4A-389A-0E61060AC5B6}"/>
                  </a:ext>
                </a:extLst>
              </p:cNvPr>
              <p:cNvSpPr txBox="1"/>
              <p:nvPr/>
            </p:nvSpPr>
            <p:spPr>
              <a:xfrm>
                <a:off x="5372581" y="3742480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6615CC5-B60A-DD0D-0105-5B5DDA59B505}"/>
                  </a:ext>
                </a:extLst>
              </p:cNvPr>
              <p:cNvSpPr txBox="1"/>
              <p:nvPr/>
            </p:nvSpPr>
            <p:spPr>
              <a:xfrm>
                <a:off x="5372580" y="454306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5" name="Left Bracket 14">
                <a:extLst>
                  <a:ext uri="{FF2B5EF4-FFF2-40B4-BE49-F238E27FC236}">
                    <a16:creationId xmlns:a16="http://schemas.microsoft.com/office/drawing/2014/main" id="{6480C921-33CD-13D6-E411-720E3FFFAA83}"/>
                  </a:ext>
                </a:extLst>
              </p:cNvPr>
              <p:cNvSpPr/>
              <p:nvPr/>
            </p:nvSpPr>
            <p:spPr>
              <a:xfrm>
                <a:off x="4253695" y="3539924"/>
                <a:ext cx="96455" cy="1437189"/>
              </a:xfrm>
              <a:prstGeom prst="lef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ight Bracket 15">
                <a:extLst>
                  <a:ext uri="{FF2B5EF4-FFF2-40B4-BE49-F238E27FC236}">
                    <a16:creationId xmlns:a16="http://schemas.microsoft.com/office/drawing/2014/main" id="{7BA8F8C8-43A4-53D8-3902-EF22B2956752}"/>
                  </a:ext>
                </a:extLst>
              </p:cNvPr>
              <p:cNvSpPr/>
              <p:nvPr/>
            </p:nvSpPr>
            <p:spPr>
              <a:xfrm>
                <a:off x="6308202" y="3568859"/>
                <a:ext cx="115746" cy="1388962"/>
              </a:xfrm>
              <a:prstGeom prst="righ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F18EF14-1616-ACAE-ADDB-05F4D0226CD7}"/>
                </a:ext>
              </a:extLst>
            </p:cNvPr>
            <p:cNvSpPr txBox="1"/>
            <p:nvPr/>
          </p:nvSpPr>
          <p:spPr>
            <a:xfrm>
              <a:off x="3240912" y="3578506"/>
              <a:ext cx="48613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A =</a:t>
              </a:r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5D5342A-B5E6-8D87-D5B8-0380FB02D5D0}"/>
              </a:ext>
            </a:extLst>
          </p:cNvPr>
          <p:cNvGrpSpPr/>
          <p:nvPr/>
        </p:nvGrpSpPr>
        <p:grpSpPr>
          <a:xfrm>
            <a:off x="4282633" y="1919467"/>
            <a:ext cx="2858945" cy="1601164"/>
            <a:chOff x="3240912" y="2816506"/>
            <a:chExt cx="2858945" cy="16011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2BB0EC2-1AE4-6215-F8DE-E7CAB44D2331}"/>
                </a:ext>
              </a:extLst>
            </p:cNvPr>
            <p:cNvGrpSpPr/>
            <p:nvPr/>
          </p:nvGrpSpPr>
          <p:grpSpPr>
            <a:xfrm>
              <a:off x="3694252" y="2816506"/>
              <a:ext cx="2405605" cy="1601164"/>
              <a:chOff x="4253695" y="3375949"/>
              <a:chExt cx="2405605" cy="1601164"/>
            </a:xfrm>
          </p:grpSpPr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AA6053E-C6F3-F741-A37A-282D13DBEDD0}"/>
                  </a:ext>
                </a:extLst>
              </p:cNvPr>
              <p:cNvSpPr txBox="1"/>
              <p:nvPr/>
            </p:nvSpPr>
            <p:spPr>
              <a:xfrm>
                <a:off x="4263341" y="3433822"/>
                <a:ext cx="2395959" cy="14773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dirty="0">
                    <a:cs typeface="Calibri"/>
                  </a:rPr>
                  <a:t>b</a:t>
                </a:r>
                <a:r>
                  <a:rPr lang="en-US" baseline="-25000" dirty="0">
                    <a:cs typeface="Calibri"/>
                  </a:rPr>
                  <a:t>11</a:t>
                </a:r>
                <a:r>
                  <a:rPr lang="en-US" dirty="0">
                    <a:cs typeface="Calibri"/>
                  </a:rPr>
                  <a:t>    b</a:t>
                </a:r>
                <a:r>
                  <a:rPr lang="en-US" baseline="-25000" dirty="0">
                    <a:cs typeface="Calibri"/>
                  </a:rPr>
                  <a:t>12</a:t>
                </a:r>
                <a:r>
                  <a:rPr lang="en-US">
                    <a:cs typeface="Calibri"/>
                  </a:rPr>
                  <a:t>                  b</a:t>
                </a:r>
                <a:r>
                  <a:rPr lang="en-US" baseline="-25000" dirty="0">
                    <a:cs typeface="Calibri"/>
                  </a:rPr>
                  <a:t>1m</a:t>
                </a:r>
              </a:p>
              <a:p>
                <a:r>
                  <a:rPr lang="en-US" dirty="0">
                    <a:cs typeface="Calibri"/>
                  </a:rPr>
                  <a:t>b</a:t>
                </a:r>
                <a:r>
                  <a:rPr lang="en-US" baseline="-25000" dirty="0">
                    <a:cs typeface="Calibri"/>
                  </a:rPr>
                  <a:t>21</a:t>
                </a:r>
                <a:r>
                  <a:rPr lang="en-US" dirty="0">
                    <a:cs typeface="Calibri"/>
                  </a:rPr>
                  <a:t>    b</a:t>
                </a:r>
                <a:r>
                  <a:rPr lang="en-US" baseline="-25000" dirty="0">
                    <a:cs typeface="Calibri"/>
                  </a:rPr>
                  <a:t>22</a:t>
                </a:r>
                <a:r>
                  <a:rPr lang="en-US">
                    <a:cs typeface="Calibri"/>
                  </a:rPr>
                  <a:t>                  b</a:t>
                </a:r>
                <a:r>
                  <a:rPr lang="en-US" baseline="-25000" dirty="0">
                    <a:cs typeface="Calibri"/>
                  </a:rPr>
                  <a:t>2m</a:t>
                </a:r>
                <a:endParaRPr lang="en-US" baseline="-25000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                     </a:t>
                </a:r>
                <a:endParaRPr lang="en-US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                     </a:t>
                </a:r>
                <a:endParaRPr lang="en-US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b</a:t>
                </a:r>
                <a:r>
                  <a:rPr lang="en-US" baseline="-25000" dirty="0">
                    <a:cs typeface="Calibri"/>
                  </a:rPr>
                  <a:t>n1</a:t>
                </a:r>
                <a:r>
                  <a:rPr lang="en-US" dirty="0">
                    <a:cs typeface="Calibri"/>
                  </a:rPr>
                  <a:t>    b</a:t>
                </a:r>
                <a:r>
                  <a:rPr lang="en-US" baseline="-25000" dirty="0">
                    <a:cs typeface="Calibri"/>
                  </a:rPr>
                  <a:t>n2</a:t>
                </a:r>
                <a:r>
                  <a:rPr lang="en-US" dirty="0">
                    <a:cs typeface="Calibri"/>
                  </a:rPr>
                  <a:t>                  </a:t>
                </a:r>
                <a:r>
                  <a:rPr lang="en-US" dirty="0" err="1">
                    <a:cs typeface="Calibri"/>
                  </a:rPr>
                  <a:t>b</a:t>
                </a:r>
                <a:r>
                  <a:rPr lang="en-US" baseline="-25000" dirty="0" err="1">
                    <a:cs typeface="Calibri"/>
                  </a:rPr>
                  <a:t>nm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E2ABE2C-5DB0-4BF1-A0E3-3226D45E30D5}"/>
                  </a:ext>
                </a:extLst>
              </p:cNvPr>
              <p:cNvSpPr txBox="1"/>
              <p:nvPr/>
            </p:nvSpPr>
            <p:spPr>
              <a:xfrm>
                <a:off x="5372582" y="337594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4FCB60C-BC51-AD23-93A0-5D4638004C14}"/>
                  </a:ext>
                </a:extLst>
              </p:cNvPr>
              <p:cNvSpPr txBox="1"/>
              <p:nvPr/>
            </p:nvSpPr>
            <p:spPr>
              <a:xfrm rot="5400000">
                <a:off x="4369443" y="4215113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E172D5-A389-CA1D-1F3F-7A8C506199C6}"/>
                  </a:ext>
                </a:extLst>
              </p:cNvPr>
              <p:cNvSpPr txBox="1"/>
              <p:nvPr/>
            </p:nvSpPr>
            <p:spPr>
              <a:xfrm rot="5400000">
                <a:off x="4822784" y="421511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B45692D-A6C4-34CE-44A2-2AC2F6E92997}"/>
                  </a:ext>
                </a:extLst>
              </p:cNvPr>
              <p:cNvSpPr txBox="1"/>
              <p:nvPr/>
            </p:nvSpPr>
            <p:spPr>
              <a:xfrm rot="5400000">
                <a:off x="6009189" y="417652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021240E-4CC4-54D8-6C31-4B7B359644B0}"/>
                  </a:ext>
                </a:extLst>
              </p:cNvPr>
              <p:cNvSpPr txBox="1"/>
              <p:nvPr/>
            </p:nvSpPr>
            <p:spPr>
              <a:xfrm>
                <a:off x="5372581" y="3742480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5A05653-AB99-AD20-81ED-CBE10C22EECB}"/>
                  </a:ext>
                </a:extLst>
              </p:cNvPr>
              <p:cNvSpPr txBox="1"/>
              <p:nvPr/>
            </p:nvSpPr>
            <p:spPr>
              <a:xfrm>
                <a:off x="5372580" y="454306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30" name="Left Bracket 29">
                <a:extLst>
                  <a:ext uri="{FF2B5EF4-FFF2-40B4-BE49-F238E27FC236}">
                    <a16:creationId xmlns:a16="http://schemas.microsoft.com/office/drawing/2014/main" id="{E9DA097B-FFD6-9F76-D6CA-8AAD4ED178CD}"/>
                  </a:ext>
                </a:extLst>
              </p:cNvPr>
              <p:cNvSpPr/>
              <p:nvPr/>
            </p:nvSpPr>
            <p:spPr>
              <a:xfrm>
                <a:off x="4253695" y="3539924"/>
                <a:ext cx="96455" cy="1437189"/>
              </a:xfrm>
              <a:prstGeom prst="lef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ight Bracket 30">
                <a:extLst>
                  <a:ext uri="{FF2B5EF4-FFF2-40B4-BE49-F238E27FC236}">
                    <a16:creationId xmlns:a16="http://schemas.microsoft.com/office/drawing/2014/main" id="{642C4896-D3AD-5C10-A8C1-DADD1786DD61}"/>
                  </a:ext>
                </a:extLst>
              </p:cNvPr>
              <p:cNvSpPr/>
              <p:nvPr/>
            </p:nvSpPr>
            <p:spPr>
              <a:xfrm>
                <a:off x="6308202" y="3568859"/>
                <a:ext cx="115746" cy="1388962"/>
              </a:xfrm>
              <a:prstGeom prst="righ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1B5D2CC-A506-5582-C585-39B2B5E87329}"/>
                </a:ext>
              </a:extLst>
            </p:cNvPr>
            <p:cNvSpPr txBox="1"/>
            <p:nvPr/>
          </p:nvSpPr>
          <p:spPr>
            <a:xfrm>
              <a:off x="3240912" y="3578506"/>
              <a:ext cx="48613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B =</a:t>
              </a:r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185371B-D5EF-97E5-31C9-22A6082D6492}"/>
              </a:ext>
            </a:extLst>
          </p:cNvPr>
          <p:cNvSpPr txBox="1"/>
          <p:nvPr/>
        </p:nvSpPr>
        <p:spPr>
          <a:xfrm>
            <a:off x="8044405" y="2411392"/>
            <a:ext cx="27431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Scalar : y</a:t>
            </a:r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3D22DB-01A6-FD8B-91BF-61E2B24FF842}"/>
              </a:ext>
            </a:extLst>
          </p:cNvPr>
          <p:cNvSpPr txBox="1"/>
          <p:nvPr/>
        </p:nvSpPr>
        <p:spPr>
          <a:xfrm>
            <a:off x="3443468" y="3954683"/>
            <a:ext cx="481699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Scalar-matrix operations tend to be element-wise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310229-9139-325F-6443-AD309EAF540B}"/>
              </a:ext>
            </a:extLst>
          </p:cNvPr>
          <p:cNvSpPr txBox="1"/>
          <p:nvPr/>
        </p:nvSpPr>
        <p:spPr>
          <a:xfrm>
            <a:off x="395468" y="4697392"/>
            <a:ext cx="425755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Addition</a:t>
            </a:r>
          </a:p>
          <a:p>
            <a:r>
              <a:rPr lang="en-US" dirty="0">
                <a:ea typeface="Calibri"/>
                <a:cs typeface="Calibri"/>
              </a:rPr>
              <a:t>A + y = B         :       </a:t>
            </a:r>
            <a:r>
              <a:rPr lang="en-US" dirty="0" err="1">
                <a:ea typeface="Calibri"/>
                <a:cs typeface="Calibri"/>
              </a:rPr>
              <a:t>a</a:t>
            </a:r>
            <a:r>
              <a:rPr lang="en-US" baseline="-25000" dirty="0" err="1">
                <a:ea typeface="Calibri"/>
                <a:cs typeface="Calibri"/>
              </a:rPr>
              <a:t>ij</a:t>
            </a:r>
            <a:r>
              <a:rPr lang="en-US" dirty="0">
                <a:ea typeface="Calibri"/>
                <a:cs typeface="Calibri"/>
              </a:rPr>
              <a:t> + y = </a:t>
            </a:r>
            <a:r>
              <a:rPr lang="en-US" dirty="0" err="1">
                <a:ea typeface="Calibri"/>
                <a:cs typeface="Calibri"/>
              </a:rPr>
              <a:t>b</a:t>
            </a:r>
            <a:r>
              <a:rPr lang="en-US" baseline="-25000" dirty="0" err="1">
                <a:ea typeface="Calibri"/>
                <a:cs typeface="Calibri"/>
              </a:rPr>
              <a:t>ij</a:t>
            </a:r>
            <a:r>
              <a:rPr lang="en-US" baseline="-25000" dirty="0">
                <a:ea typeface="Calibri"/>
                <a:cs typeface="Calibri"/>
              </a:rPr>
              <a:t> 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i="1" dirty="0">
                <a:ea typeface="Calibri"/>
                <a:cs typeface="Calibri"/>
              </a:rPr>
              <a:t>where </a:t>
            </a:r>
            <a:r>
              <a:rPr lang="en-US" i="1" dirty="0" err="1">
                <a:ea typeface="Calibri"/>
                <a:cs typeface="Calibri"/>
              </a:rPr>
              <a:t>i</a:t>
            </a:r>
            <a:r>
              <a:rPr lang="en-US" i="1" dirty="0">
                <a:ea typeface="Calibri"/>
                <a:cs typeface="Calibri"/>
              </a:rPr>
              <a:t> 𝛜 [1,n] and j 𝛜 [1,m]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08EFCB-6BD1-2723-E9F0-50C963356960}"/>
              </a:ext>
            </a:extLst>
          </p:cNvPr>
          <p:cNvSpPr txBox="1"/>
          <p:nvPr/>
        </p:nvSpPr>
        <p:spPr>
          <a:xfrm>
            <a:off x="6877290" y="4697391"/>
            <a:ext cx="425755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Calibri"/>
                <a:cs typeface="Calibri"/>
              </a:rPr>
              <a:t>Multiplication</a:t>
            </a:r>
          </a:p>
          <a:p>
            <a:r>
              <a:rPr lang="en-US" dirty="0">
                <a:ea typeface="Calibri"/>
                <a:cs typeface="Calibri"/>
              </a:rPr>
              <a:t>A * y = B         :       </a:t>
            </a:r>
            <a:r>
              <a:rPr lang="en-US" dirty="0" err="1">
                <a:ea typeface="Calibri"/>
                <a:cs typeface="Calibri"/>
              </a:rPr>
              <a:t>a</a:t>
            </a:r>
            <a:r>
              <a:rPr lang="en-US" baseline="-25000" dirty="0" err="1">
                <a:ea typeface="Calibri"/>
                <a:cs typeface="Calibri"/>
              </a:rPr>
              <a:t>ij</a:t>
            </a:r>
            <a:r>
              <a:rPr lang="en-US" dirty="0">
                <a:ea typeface="Calibri"/>
                <a:cs typeface="Calibri"/>
              </a:rPr>
              <a:t> * y = </a:t>
            </a:r>
            <a:r>
              <a:rPr lang="en-US" dirty="0" err="1">
                <a:ea typeface="Calibri"/>
                <a:cs typeface="Calibri"/>
              </a:rPr>
              <a:t>b</a:t>
            </a:r>
            <a:r>
              <a:rPr lang="en-US" baseline="-25000" dirty="0" err="1">
                <a:ea typeface="Calibri"/>
                <a:cs typeface="Calibri"/>
              </a:rPr>
              <a:t>ij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i="1" dirty="0">
                <a:ea typeface="Calibri"/>
                <a:cs typeface="Calibri"/>
              </a:rPr>
              <a:t>where </a:t>
            </a:r>
            <a:r>
              <a:rPr lang="en-US" i="1" dirty="0" err="1">
                <a:ea typeface="Calibri"/>
                <a:cs typeface="Calibri"/>
              </a:rPr>
              <a:t>i</a:t>
            </a:r>
            <a:r>
              <a:rPr lang="en-US" i="1" dirty="0">
                <a:ea typeface="Calibri"/>
                <a:cs typeface="Calibri"/>
              </a:rPr>
              <a:t> 𝛜 [1,n] and j 𝛜 [1,m]</a:t>
            </a:r>
            <a:endParaRPr lang="en-US" i="1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5991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4E13-36E2-B40C-F54D-00D84D9F0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Matrix-Scalar Operations : Examples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22FFC4-6A1F-B63A-68CA-DDC3A592F1BC}"/>
              </a:ext>
            </a:extLst>
          </p:cNvPr>
          <p:cNvSpPr txBox="1"/>
          <p:nvPr/>
        </p:nvSpPr>
        <p:spPr>
          <a:xfrm>
            <a:off x="1070658" y="2517493"/>
            <a:ext cx="9491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1   2   3</a:t>
            </a:r>
          </a:p>
          <a:p>
            <a:r>
              <a:rPr lang="en-US" dirty="0">
                <a:ea typeface="Calibri"/>
                <a:cs typeface="Calibri"/>
              </a:rPr>
              <a:t>4   5   6</a:t>
            </a:r>
          </a:p>
          <a:p>
            <a:r>
              <a:rPr lang="en-US" dirty="0">
                <a:ea typeface="Calibri"/>
                <a:cs typeface="Calibri"/>
              </a:rPr>
              <a:t>7   8   9</a:t>
            </a:r>
          </a:p>
        </p:txBody>
      </p:sp>
      <p:sp>
        <p:nvSpPr>
          <p:cNvPr id="8" name="Double Bracket 7">
            <a:extLst>
              <a:ext uri="{FF2B5EF4-FFF2-40B4-BE49-F238E27FC236}">
                <a16:creationId xmlns:a16="http://schemas.microsoft.com/office/drawing/2014/main" id="{DA053B4C-0794-4972-67A7-F104279EB4E3}"/>
              </a:ext>
            </a:extLst>
          </p:cNvPr>
          <p:cNvSpPr/>
          <p:nvPr/>
        </p:nvSpPr>
        <p:spPr>
          <a:xfrm>
            <a:off x="1012784" y="2527138"/>
            <a:ext cx="916329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188C2-C46A-F1B6-B1E2-ECB8CDCEB714}"/>
              </a:ext>
            </a:extLst>
          </p:cNvPr>
          <p:cNvSpPr txBox="1"/>
          <p:nvPr/>
        </p:nvSpPr>
        <p:spPr>
          <a:xfrm>
            <a:off x="2015924" y="2758632"/>
            <a:ext cx="9877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+  10  =  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811B54-E3EF-EBC1-0D81-DD7E8F2C7431}"/>
              </a:ext>
            </a:extLst>
          </p:cNvPr>
          <p:cNvSpPr txBox="1"/>
          <p:nvPr/>
        </p:nvSpPr>
        <p:spPr>
          <a:xfrm>
            <a:off x="1620455" y="4022201"/>
            <a:ext cx="9491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1   2   3</a:t>
            </a:r>
          </a:p>
          <a:p>
            <a:r>
              <a:rPr lang="en-US">
                <a:ea typeface="Calibri"/>
                <a:cs typeface="Calibri"/>
              </a:rPr>
              <a:t>4   5   6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7   8   9</a:t>
            </a:r>
          </a:p>
        </p:txBody>
      </p:sp>
      <p:sp>
        <p:nvSpPr>
          <p:cNvPr id="11" name="Double Bracket 10">
            <a:extLst>
              <a:ext uri="{FF2B5EF4-FFF2-40B4-BE49-F238E27FC236}">
                <a16:creationId xmlns:a16="http://schemas.microsoft.com/office/drawing/2014/main" id="{391AA313-DAB2-D277-A8BB-6F086B764C1F}"/>
              </a:ext>
            </a:extLst>
          </p:cNvPr>
          <p:cNvSpPr/>
          <p:nvPr/>
        </p:nvSpPr>
        <p:spPr>
          <a:xfrm>
            <a:off x="1562581" y="4031846"/>
            <a:ext cx="916329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3163F5-116F-67E0-A6D7-FE427E197000}"/>
              </a:ext>
            </a:extLst>
          </p:cNvPr>
          <p:cNvSpPr txBox="1"/>
          <p:nvPr/>
        </p:nvSpPr>
        <p:spPr>
          <a:xfrm>
            <a:off x="954911" y="4301923"/>
            <a:ext cx="65975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10  - 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B27A68-F169-0AE3-6F59-1BEE31185C45}"/>
              </a:ext>
            </a:extLst>
          </p:cNvPr>
          <p:cNvSpPr txBox="1"/>
          <p:nvPr/>
        </p:nvSpPr>
        <p:spPr>
          <a:xfrm>
            <a:off x="2565721" y="4301923"/>
            <a:ext cx="31251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ea typeface="Calibri"/>
                <a:cs typeface="Calibri"/>
              </a:rPr>
              <a:t>=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4F7DBC-A82B-4A8E-BE06-40302CDDED7B}"/>
              </a:ext>
            </a:extLst>
          </p:cNvPr>
          <p:cNvSpPr txBox="1"/>
          <p:nvPr/>
        </p:nvSpPr>
        <p:spPr>
          <a:xfrm>
            <a:off x="5960962" y="2421037"/>
            <a:ext cx="9491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1   2   3</a:t>
            </a:r>
          </a:p>
          <a:p>
            <a:r>
              <a:rPr lang="en-US">
                <a:ea typeface="Calibri"/>
                <a:cs typeface="Calibri"/>
              </a:rPr>
              <a:t>4   5   6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7   8   9</a:t>
            </a:r>
          </a:p>
        </p:txBody>
      </p:sp>
      <p:sp>
        <p:nvSpPr>
          <p:cNvPr id="16" name="Double Bracket 15">
            <a:extLst>
              <a:ext uri="{FF2B5EF4-FFF2-40B4-BE49-F238E27FC236}">
                <a16:creationId xmlns:a16="http://schemas.microsoft.com/office/drawing/2014/main" id="{D6A6C5DE-6755-39CC-4DAC-F8F56024EE45}"/>
              </a:ext>
            </a:extLst>
          </p:cNvPr>
          <p:cNvSpPr/>
          <p:nvPr/>
        </p:nvSpPr>
        <p:spPr>
          <a:xfrm>
            <a:off x="5903088" y="2430682"/>
            <a:ext cx="916329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697709-8ABB-0C95-C0F0-4CF89D25FF87}"/>
              </a:ext>
            </a:extLst>
          </p:cNvPr>
          <p:cNvSpPr txBox="1"/>
          <p:nvPr/>
        </p:nvSpPr>
        <p:spPr>
          <a:xfrm>
            <a:off x="6906228" y="2662176"/>
            <a:ext cx="9877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*  10  =  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9D30C4-5173-654B-D452-ECBC741C658E}"/>
              </a:ext>
            </a:extLst>
          </p:cNvPr>
          <p:cNvSpPr txBox="1"/>
          <p:nvPr/>
        </p:nvSpPr>
        <p:spPr>
          <a:xfrm>
            <a:off x="5980252" y="4041492"/>
            <a:ext cx="9491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1   2   3</a:t>
            </a:r>
          </a:p>
          <a:p>
            <a:r>
              <a:rPr lang="en-US">
                <a:ea typeface="Calibri"/>
                <a:cs typeface="Calibri"/>
              </a:rPr>
              <a:t>4   5   6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7   8   9</a:t>
            </a:r>
          </a:p>
        </p:txBody>
      </p:sp>
      <p:sp>
        <p:nvSpPr>
          <p:cNvPr id="19" name="Double Bracket 18">
            <a:extLst>
              <a:ext uri="{FF2B5EF4-FFF2-40B4-BE49-F238E27FC236}">
                <a16:creationId xmlns:a16="http://schemas.microsoft.com/office/drawing/2014/main" id="{8656FC04-D749-B1F4-5909-6CC41102ADD1}"/>
              </a:ext>
            </a:extLst>
          </p:cNvPr>
          <p:cNvSpPr/>
          <p:nvPr/>
        </p:nvSpPr>
        <p:spPr>
          <a:xfrm>
            <a:off x="5922378" y="4051137"/>
            <a:ext cx="916329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1EC3437-7B65-E330-33A1-14D82AF86C30}"/>
              </a:ext>
            </a:extLst>
          </p:cNvPr>
          <p:cNvSpPr txBox="1"/>
          <p:nvPr/>
        </p:nvSpPr>
        <p:spPr>
          <a:xfrm>
            <a:off x="6925518" y="4282631"/>
            <a:ext cx="9877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÷  10  =  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796C385-77D6-0521-9BEE-FBE6A9751040}"/>
              </a:ext>
            </a:extLst>
          </p:cNvPr>
          <p:cNvGrpSpPr/>
          <p:nvPr/>
        </p:nvGrpSpPr>
        <p:grpSpPr>
          <a:xfrm>
            <a:off x="2999771" y="2517491"/>
            <a:ext cx="1315655" cy="923330"/>
            <a:chOff x="2999771" y="2517491"/>
            <a:chExt cx="1315655" cy="92333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449826F-55C0-D4AF-D1DA-0C34AEED587B}"/>
                </a:ext>
              </a:extLst>
            </p:cNvPr>
            <p:cNvSpPr txBox="1"/>
            <p:nvPr/>
          </p:nvSpPr>
          <p:spPr>
            <a:xfrm>
              <a:off x="3048000" y="2517491"/>
              <a:ext cx="1267426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11   12   13</a:t>
              </a:r>
            </a:p>
            <a:p>
              <a:r>
                <a:rPr lang="en-US" dirty="0">
                  <a:ea typeface="Calibri"/>
                  <a:cs typeface="Calibri"/>
                </a:rPr>
                <a:t>14   15   16</a:t>
              </a:r>
            </a:p>
            <a:p>
              <a:r>
                <a:rPr lang="en-US" dirty="0">
                  <a:ea typeface="Calibri"/>
                  <a:cs typeface="Calibri"/>
                </a:rPr>
                <a:t>17   18   19</a:t>
              </a:r>
            </a:p>
          </p:txBody>
        </p:sp>
        <p:sp>
          <p:nvSpPr>
            <p:cNvPr id="22" name="Double Bracket 21">
              <a:extLst>
                <a:ext uri="{FF2B5EF4-FFF2-40B4-BE49-F238E27FC236}">
                  <a16:creationId xmlns:a16="http://schemas.microsoft.com/office/drawing/2014/main" id="{0C2D9C3B-0A80-5170-3AFF-C4337460F96D}"/>
                </a:ext>
              </a:extLst>
            </p:cNvPr>
            <p:cNvSpPr/>
            <p:nvPr/>
          </p:nvSpPr>
          <p:spPr>
            <a:xfrm>
              <a:off x="2999771" y="2517491"/>
              <a:ext cx="1263569" cy="916329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2580C82-57CB-03E6-3A5B-C74EBB8EC009}"/>
              </a:ext>
            </a:extLst>
          </p:cNvPr>
          <p:cNvGrpSpPr/>
          <p:nvPr/>
        </p:nvGrpSpPr>
        <p:grpSpPr>
          <a:xfrm>
            <a:off x="7783973" y="2440326"/>
            <a:ext cx="1315655" cy="923330"/>
            <a:chOff x="7783973" y="2440326"/>
            <a:chExt cx="1315655" cy="92333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15BCF0-61CF-5374-CCE4-82E5E0FF9D88}"/>
                </a:ext>
              </a:extLst>
            </p:cNvPr>
            <p:cNvSpPr txBox="1"/>
            <p:nvPr/>
          </p:nvSpPr>
          <p:spPr>
            <a:xfrm>
              <a:off x="7832202" y="2440326"/>
              <a:ext cx="1267426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>
                  <a:ea typeface="Calibri"/>
                  <a:cs typeface="Calibri"/>
                </a:rPr>
                <a:t>10   20   30</a:t>
              </a:r>
            </a:p>
            <a:p>
              <a:r>
                <a:rPr lang="en-US" dirty="0">
                  <a:ea typeface="Calibri"/>
                  <a:cs typeface="Calibri"/>
                </a:rPr>
                <a:t>40   50   60</a:t>
              </a:r>
            </a:p>
            <a:p>
              <a:r>
                <a:rPr lang="en-US" dirty="0">
                  <a:ea typeface="Calibri"/>
                  <a:cs typeface="Calibri"/>
                </a:rPr>
                <a:t>70   80   90</a:t>
              </a:r>
            </a:p>
          </p:txBody>
        </p:sp>
        <p:sp>
          <p:nvSpPr>
            <p:cNvPr id="24" name="Double Bracket 23">
              <a:extLst>
                <a:ext uri="{FF2B5EF4-FFF2-40B4-BE49-F238E27FC236}">
                  <a16:creationId xmlns:a16="http://schemas.microsoft.com/office/drawing/2014/main" id="{B07F52E0-2092-C11F-3E4D-6304E463AC6C}"/>
                </a:ext>
              </a:extLst>
            </p:cNvPr>
            <p:cNvSpPr/>
            <p:nvPr/>
          </p:nvSpPr>
          <p:spPr>
            <a:xfrm>
              <a:off x="7783973" y="2440326"/>
              <a:ext cx="1263569" cy="916329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32E0A4F-092F-586C-A930-2FBDD661588E}"/>
              </a:ext>
            </a:extLst>
          </p:cNvPr>
          <p:cNvGrpSpPr/>
          <p:nvPr/>
        </p:nvGrpSpPr>
        <p:grpSpPr>
          <a:xfrm>
            <a:off x="2990125" y="3973973"/>
            <a:ext cx="1006998" cy="925974"/>
            <a:chOff x="2990125" y="3973973"/>
            <a:chExt cx="1006998" cy="92597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C56D324-D2F6-281A-D1F1-92924D1AF221}"/>
                </a:ext>
              </a:extLst>
            </p:cNvPr>
            <p:cNvSpPr txBox="1"/>
            <p:nvPr/>
          </p:nvSpPr>
          <p:spPr>
            <a:xfrm>
              <a:off x="3047999" y="3973973"/>
              <a:ext cx="949124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9   8   7</a:t>
              </a:r>
            </a:p>
            <a:p>
              <a:r>
                <a:rPr lang="en-US" dirty="0">
                  <a:ea typeface="Calibri"/>
                  <a:cs typeface="Calibri"/>
                </a:rPr>
                <a:t>6   5   4</a:t>
              </a:r>
            </a:p>
            <a:p>
              <a:r>
                <a:rPr lang="en-US" dirty="0">
                  <a:ea typeface="Calibri"/>
                  <a:cs typeface="Calibri"/>
                </a:rPr>
                <a:t>3   2   1</a:t>
              </a:r>
            </a:p>
          </p:txBody>
        </p:sp>
        <p:sp>
          <p:nvSpPr>
            <p:cNvPr id="26" name="Double Bracket 25">
              <a:extLst>
                <a:ext uri="{FF2B5EF4-FFF2-40B4-BE49-F238E27FC236}">
                  <a16:creationId xmlns:a16="http://schemas.microsoft.com/office/drawing/2014/main" id="{874F7BB7-7E76-009A-F300-64C1B8CC4608}"/>
                </a:ext>
              </a:extLst>
            </p:cNvPr>
            <p:cNvSpPr/>
            <p:nvPr/>
          </p:nvSpPr>
          <p:spPr>
            <a:xfrm>
              <a:off x="2990125" y="3983618"/>
              <a:ext cx="916329" cy="916329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F505018-3828-87F9-BB71-FF0500605850}"/>
              </a:ext>
            </a:extLst>
          </p:cNvPr>
          <p:cNvGrpSpPr/>
          <p:nvPr/>
        </p:nvGrpSpPr>
        <p:grpSpPr>
          <a:xfrm>
            <a:off x="7832200" y="4022198"/>
            <a:ext cx="1479629" cy="925975"/>
            <a:chOff x="7832200" y="4022198"/>
            <a:chExt cx="1479629" cy="925975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78279BF-9BEF-31BD-DCA9-538D5A90362A}"/>
                </a:ext>
              </a:extLst>
            </p:cNvPr>
            <p:cNvSpPr txBox="1"/>
            <p:nvPr/>
          </p:nvSpPr>
          <p:spPr>
            <a:xfrm>
              <a:off x="7861138" y="4022198"/>
              <a:ext cx="1450691" cy="92333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0.1   0.2   0.3</a:t>
              </a:r>
            </a:p>
            <a:p>
              <a:r>
                <a:rPr lang="en-US" dirty="0">
                  <a:ea typeface="Calibri"/>
                  <a:cs typeface="Calibri"/>
                </a:rPr>
                <a:t>0.4   0.5   0.6</a:t>
              </a:r>
            </a:p>
            <a:p>
              <a:r>
                <a:rPr lang="en-US" dirty="0">
                  <a:ea typeface="Calibri"/>
                  <a:cs typeface="Calibri"/>
                </a:rPr>
                <a:t>0.7   0.8   0.9</a:t>
              </a:r>
            </a:p>
          </p:txBody>
        </p:sp>
        <p:sp>
          <p:nvSpPr>
            <p:cNvPr id="28" name="Double Bracket 27">
              <a:extLst>
                <a:ext uri="{FF2B5EF4-FFF2-40B4-BE49-F238E27FC236}">
                  <a16:creationId xmlns:a16="http://schemas.microsoft.com/office/drawing/2014/main" id="{BCC78E34-AAFB-63A6-F142-EFDF739BDA56}"/>
                </a:ext>
              </a:extLst>
            </p:cNvPr>
            <p:cNvSpPr/>
            <p:nvPr/>
          </p:nvSpPr>
          <p:spPr>
            <a:xfrm>
              <a:off x="7832200" y="4022198"/>
              <a:ext cx="1398607" cy="925975"/>
            </a:xfrm>
            <a:prstGeom prst="bracketPair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5023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04C3-8576-AA20-231C-93B4B5E7C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Matrix-Matrix Operations : Addition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5E9206E-7BCC-969A-387D-A7E999C7D6C4}"/>
              </a:ext>
            </a:extLst>
          </p:cNvPr>
          <p:cNvGrpSpPr/>
          <p:nvPr/>
        </p:nvGrpSpPr>
        <p:grpSpPr>
          <a:xfrm>
            <a:off x="1244279" y="1880886"/>
            <a:ext cx="2858945" cy="1601164"/>
            <a:chOff x="3240912" y="2816506"/>
            <a:chExt cx="2858945" cy="16011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7D7D2C1-F1CE-B02A-B657-B3C878611318}"/>
                </a:ext>
              </a:extLst>
            </p:cNvPr>
            <p:cNvGrpSpPr/>
            <p:nvPr/>
          </p:nvGrpSpPr>
          <p:grpSpPr>
            <a:xfrm>
              <a:off x="3694252" y="2816506"/>
              <a:ext cx="2405605" cy="1601164"/>
              <a:chOff x="4253695" y="3375949"/>
              <a:chExt cx="2405605" cy="1601164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355F21-1F3B-F1E5-64DD-B09495D9AF82}"/>
                  </a:ext>
                </a:extLst>
              </p:cNvPr>
              <p:cNvSpPr txBox="1"/>
              <p:nvPr/>
            </p:nvSpPr>
            <p:spPr>
              <a:xfrm>
                <a:off x="4263341" y="3433822"/>
                <a:ext cx="2395959" cy="14773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11</a:t>
                </a:r>
                <a:r>
                  <a:rPr lang="en-US">
                    <a:cs typeface="Calibri"/>
                  </a:rPr>
                  <a:t>    a</a:t>
                </a:r>
                <a:r>
                  <a:rPr lang="en-US" baseline="-25000">
                    <a:cs typeface="Calibri"/>
                  </a:rPr>
                  <a:t>12</a:t>
                </a:r>
                <a:r>
                  <a:rPr lang="en-US">
                    <a:cs typeface="Calibri"/>
                  </a:rPr>
                  <a:t>                  a</a:t>
                </a:r>
                <a:r>
                  <a:rPr lang="en-US" baseline="-25000">
                    <a:cs typeface="Calibri"/>
                  </a:rPr>
                  <a:t>1m</a:t>
                </a:r>
              </a:p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21</a:t>
                </a:r>
                <a:r>
                  <a:rPr lang="en-US">
                    <a:cs typeface="Calibri"/>
                  </a:rPr>
                  <a:t>    a</a:t>
                </a:r>
                <a:r>
                  <a:rPr lang="en-US" baseline="-25000">
                    <a:cs typeface="Calibri"/>
                  </a:rPr>
                  <a:t>22</a:t>
                </a:r>
                <a:r>
                  <a:rPr lang="en-US">
                    <a:cs typeface="Calibri"/>
                  </a:rPr>
                  <a:t>                  a</a:t>
                </a:r>
                <a:r>
                  <a:rPr lang="en-US" baseline="-25000">
                    <a:cs typeface="Calibri"/>
                  </a:rPr>
                  <a:t>2m</a:t>
                </a:r>
              </a:p>
              <a:p>
                <a:r>
                  <a:rPr lang="en-US">
                    <a:cs typeface="Calibri"/>
                  </a:rPr>
                  <a:t>                     </a:t>
                </a:r>
              </a:p>
              <a:p>
                <a:r>
                  <a:rPr lang="en-US">
                    <a:cs typeface="Calibri"/>
                  </a:rPr>
                  <a:t>                     </a:t>
                </a:r>
              </a:p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n1</a:t>
                </a:r>
                <a:r>
                  <a:rPr lang="en-US">
                    <a:cs typeface="Calibri"/>
                  </a:rPr>
                  <a:t>    a</a:t>
                </a:r>
                <a:r>
                  <a:rPr lang="en-US" baseline="-25000">
                    <a:cs typeface="Calibri"/>
                  </a:rPr>
                  <a:t>n2</a:t>
                </a:r>
                <a:r>
                  <a:rPr lang="en-US">
                    <a:cs typeface="Calibri"/>
                  </a:rPr>
                  <a:t>                  </a:t>
                </a:r>
                <a:r>
                  <a:rPr lang="en-US" err="1">
                    <a:cs typeface="Calibri"/>
                  </a:rPr>
                  <a:t>a</a:t>
                </a:r>
                <a:r>
                  <a:rPr lang="en-US" baseline="-25000" err="1">
                    <a:cs typeface="Calibri"/>
                  </a:rPr>
                  <a:t>nm</a:t>
                </a:r>
                <a:endParaRPr lang="en-US" baseline="-25000">
                  <a:cs typeface="Calibri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9D09AD-CF64-92E4-B1F4-AB78C154E07B}"/>
                  </a:ext>
                </a:extLst>
              </p:cNvPr>
              <p:cNvSpPr txBox="1"/>
              <p:nvPr/>
            </p:nvSpPr>
            <p:spPr>
              <a:xfrm>
                <a:off x="5372582" y="337594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5AB073-F0CB-87DE-83CB-DCAC8AF3D617}"/>
                  </a:ext>
                </a:extLst>
              </p:cNvPr>
              <p:cNvSpPr txBox="1"/>
              <p:nvPr/>
            </p:nvSpPr>
            <p:spPr>
              <a:xfrm rot="5400000">
                <a:off x="4369443" y="4215113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EB97DB-D161-DDB3-40AE-7502CC9FD36F}"/>
                  </a:ext>
                </a:extLst>
              </p:cNvPr>
              <p:cNvSpPr txBox="1"/>
              <p:nvPr/>
            </p:nvSpPr>
            <p:spPr>
              <a:xfrm rot="5400000">
                <a:off x="4822784" y="421511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83B67D-3826-E4A0-1B5E-257B8B6AA254}"/>
                  </a:ext>
                </a:extLst>
              </p:cNvPr>
              <p:cNvSpPr txBox="1"/>
              <p:nvPr/>
            </p:nvSpPr>
            <p:spPr>
              <a:xfrm rot="5400000">
                <a:off x="6009189" y="417652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B95583-89B7-C46B-A6CC-F49A9A9FAF87}"/>
                  </a:ext>
                </a:extLst>
              </p:cNvPr>
              <p:cNvSpPr txBox="1"/>
              <p:nvPr/>
            </p:nvSpPr>
            <p:spPr>
              <a:xfrm>
                <a:off x="5372581" y="3742480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8AE5D9-20A8-B050-7F99-AACB0AF26069}"/>
                  </a:ext>
                </a:extLst>
              </p:cNvPr>
              <p:cNvSpPr txBox="1"/>
              <p:nvPr/>
            </p:nvSpPr>
            <p:spPr>
              <a:xfrm>
                <a:off x="5372580" y="454306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4" name="Left Bracket 13">
                <a:extLst>
                  <a:ext uri="{FF2B5EF4-FFF2-40B4-BE49-F238E27FC236}">
                    <a16:creationId xmlns:a16="http://schemas.microsoft.com/office/drawing/2014/main" id="{258E076A-0EF4-2FA5-8F04-27DE2A776B4D}"/>
                  </a:ext>
                </a:extLst>
              </p:cNvPr>
              <p:cNvSpPr/>
              <p:nvPr/>
            </p:nvSpPr>
            <p:spPr>
              <a:xfrm>
                <a:off x="4253695" y="3539924"/>
                <a:ext cx="96455" cy="1437189"/>
              </a:xfrm>
              <a:prstGeom prst="lef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ight Bracket 14">
                <a:extLst>
                  <a:ext uri="{FF2B5EF4-FFF2-40B4-BE49-F238E27FC236}">
                    <a16:creationId xmlns:a16="http://schemas.microsoft.com/office/drawing/2014/main" id="{0799216D-CE9B-BC63-B383-A553853EAF6E}"/>
                  </a:ext>
                </a:extLst>
              </p:cNvPr>
              <p:cNvSpPr/>
              <p:nvPr/>
            </p:nvSpPr>
            <p:spPr>
              <a:xfrm>
                <a:off x="6308202" y="3568859"/>
                <a:ext cx="115746" cy="1388962"/>
              </a:xfrm>
              <a:prstGeom prst="righ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3E72302-4D4E-4806-5334-7BE7C0770FD1}"/>
                </a:ext>
              </a:extLst>
            </p:cNvPr>
            <p:cNvSpPr txBox="1"/>
            <p:nvPr/>
          </p:nvSpPr>
          <p:spPr>
            <a:xfrm>
              <a:off x="3240912" y="3578506"/>
              <a:ext cx="48613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A =</a:t>
              </a:r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CCECF4D-4132-3B59-D29F-805080CFD916}"/>
              </a:ext>
            </a:extLst>
          </p:cNvPr>
          <p:cNvGrpSpPr/>
          <p:nvPr/>
        </p:nvGrpSpPr>
        <p:grpSpPr>
          <a:xfrm>
            <a:off x="4311570" y="1880885"/>
            <a:ext cx="2858945" cy="1601164"/>
            <a:chOff x="3240912" y="2816506"/>
            <a:chExt cx="2858945" cy="160116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4C35430-0D36-0190-EC6D-B17693B60916}"/>
                </a:ext>
              </a:extLst>
            </p:cNvPr>
            <p:cNvGrpSpPr/>
            <p:nvPr/>
          </p:nvGrpSpPr>
          <p:grpSpPr>
            <a:xfrm>
              <a:off x="3694252" y="2816506"/>
              <a:ext cx="2405605" cy="1601164"/>
              <a:chOff x="4253695" y="3375949"/>
              <a:chExt cx="2405605" cy="1601164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2C90D59-E9DA-4D0F-21B4-80CCE628BEA3}"/>
                  </a:ext>
                </a:extLst>
              </p:cNvPr>
              <p:cNvSpPr txBox="1"/>
              <p:nvPr/>
            </p:nvSpPr>
            <p:spPr>
              <a:xfrm>
                <a:off x="4263341" y="3433822"/>
                <a:ext cx="2395959" cy="14773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dirty="0">
                    <a:cs typeface="Calibri"/>
                  </a:rPr>
                  <a:t>b</a:t>
                </a:r>
                <a:r>
                  <a:rPr lang="en-US" baseline="-25000" dirty="0">
                    <a:cs typeface="Calibri"/>
                  </a:rPr>
                  <a:t>11</a:t>
                </a:r>
                <a:r>
                  <a:rPr lang="en-US" dirty="0">
                    <a:cs typeface="Calibri"/>
                  </a:rPr>
                  <a:t>    b</a:t>
                </a:r>
                <a:r>
                  <a:rPr lang="en-US" baseline="-25000" dirty="0">
                    <a:cs typeface="Calibri"/>
                  </a:rPr>
                  <a:t>12</a:t>
                </a:r>
                <a:r>
                  <a:rPr lang="en-US">
                    <a:cs typeface="Calibri"/>
                  </a:rPr>
                  <a:t>                  b</a:t>
                </a:r>
                <a:r>
                  <a:rPr lang="en-US" baseline="-25000" dirty="0">
                    <a:cs typeface="Calibri"/>
                  </a:rPr>
                  <a:t>1m</a:t>
                </a:r>
              </a:p>
              <a:p>
                <a:r>
                  <a:rPr lang="en-US" dirty="0">
                    <a:cs typeface="Calibri"/>
                  </a:rPr>
                  <a:t>b</a:t>
                </a:r>
                <a:r>
                  <a:rPr lang="en-US" baseline="-25000" dirty="0">
                    <a:cs typeface="Calibri"/>
                  </a:rPr>
                  <a:t>21</a:t>
                </a:r>
                <a:r>
                  <a:rPr lang="en-US" dirty="0">
                    <a:cs typeface="Calibri"/>
                  </a:rPr>
                  <a:t>    b</a:t>
                </a:r>
                <a:r>
                  <a:rPr lang="en-US" baseline="-25000" dirty="0">
                    <a:cs typeface="Calibri"/>
                  </a:rPr>
                  <a:t>22</a:t>
                </a:r>
                <a:r>
                  <a:rPr lang="en-US">
                    <a:cs typeface="Calibri"/>
                  </a:rPr>
                  <a:t>                  b</a:t>
                </a:r>
                <a:r>
                  <a:rPr lang="en-US" baseline="-25000" dirty="0">
                    <a:cs typeface="Calibri"/>
                  </a:rPr>
                  <a:t>2m</a:t>
                </a:r>
                <a:endParaRPr lang="en-US" baseline="-25000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                     </a:t>
                </a:r>
                <a:endParaRPr lang="en-US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                     </a:t>
                </a:r>
                <a:endParaRPr lang="en-US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b</a:t>
                </a:r>
                <a:r>
                  <a:rPr lang="en-US" baseline="-25000" dirty="0">
                    <a:cs typeface="Calibri"/>
                  </a:rPr>
                  <a:t>n1</a:t>
                </a:r>
                <a:r>
                  <a:rPr lang="en-US" dirty="0">
                    <a:cs typeface="Calibri"/>
                  </a:rPr>
                  <a:t>    b</a:t>
                </a:r>
                <a:r>
                  <a:rPr lang="en-US" baseline="-25000" dirty="0">
                    <a:cs typeface="Calibri"/>
                  </a:rPr>
                  <a:t>n2</a:t>
                </a:r>
                <a:r>
                  <a:rPr lang="en-US" dirty="0">
                    <a:cs typeface="Calibri"/>
                  </a:rPr>
                  <a:t>                  </a:t>
                </a:r>
                <a:r>
                  <a:rPr lang="en-US" dirty="0" err="1">
                    <a:cs typeface="Calibri"/>
                  </a:rPr>
                  <a:t>b</a:t>
                </a:r>
                <a:r>
                  <a:rPr lang="en-US" baseline="-25000" dirty="0" err="1">
                    <a:cs typeface="Calibri"/>
                  </a:rPr>
                  <a:t>nm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E34334-FF6E-B582-065A-7854BC0BC0D3}"/>
                  </a:ext>
                </a:extLst>
              </p:cNvPr>
              <p:cNvSpPr txBox="1"/>
              <p:nvPr/>
            </p:nvSpPr>
            <p:spPr>
              <a:xfrm>
                <a:off x="5372582" y="337594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64EB73-D045-F0F7-C94C-15CD437DD12B}"/>
                  </a:ext>
                </a:extLst>
              </p:cNvPr>
              <p:cNvSpPr txBox="1"/>
              <p:nvPr/>
            </p:nvSpPr>
            <p:spPr>
              <a:xfrm rot="5400000">
                <a:off x="4369443" y="4215113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ED93C5-6EFD-FB7A-A624-57AEFB200087}"/>
                  </a:ext>
                </a:extLst>
              </p:cNvPr>
              <p:cNvSpPr txBox="1"/>
              <p:nvPr/>
            </p:nvSpPr>
            <p:spPr>
              <a:xfrm rot="5400000">
                <a:off x="4822784" y="421511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17CAEB-786A-B677-08C9-E5ABAEE1C2BD}"/>
                  </a:ext>
                </a:extLst>
              </p:cNvPr>
              <p:cNvSpPr txBox="1"/>
              <p:nvPr/>
            </p:nvSpPr>
            <p:spPr>
              <a:xfrm rot="5400000">
                <a:off x="6009189" y="417652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AFCE66-2313-1CB2-716B-8370FE29CBA9}"/>
                  </a:ext>
                </a:extLst>
              </p:cNvPr>
              <p:cNvSpPr txBox="1"/>
              <p:nvPr/>
            </p:nvSpPr>
            <p:spPr>
              <a:xfrm>
                <a:off x="5372581" y="3742480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4A7313C-05D4-AEDB-7CEC-B115FBBC990B}"/>
                  </a:ext>
                </a:extLst>
              </p:cNvPr>
              <p:cNvSpPr txBox="1"/>
              <p:nvPr/>
            </p:nvSpPr>
            <p:spPr>
              <a:xfrm>
                <a:off x="5372580" y="454306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7" name="Left Bracket 26">
                <a:extLst>
                  <a:ext uri="{FF2B5EF4-FFF2-40B4-BE49-F238E27FC236}">
                    <a16:creationId xmlns:a16="http://schemas.microsoft.com/office/drawing/2014/main" id="{C0004A86-18BA-D1F7-A990-04022E843B06}"/>
                  </a:ext>
                </a:extLst>
              </p:cNvPr>
              <p:cNvSpPr/>
              <p:nvPr/>
            </p:nvSpPr>
            <p:spPr>
              <a:xfrm>
                <a:off x="4253695" y="3539924"/>
                <a:ext cx="96455" cy="1437189"/>
              </a:xfrm>
              <a:prstGeom prst="lef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ight Bracket 27">
                <a:extLst>
                  <a:ext uri="{FF2B5EF4-FFF2-40B4-BE49-F238E27FC236}">
                    <a16:creationId xmlns:a16="http://schemas.microsoft.com/office/drawing/2014/main" id="{1DBF969B-B91B-3E76-2EAF-9FB7005E47C7}"/>
                  </a:ext>
                </a:extLst>
              </p:cNvPr>
              <p:cNvSpPr/>
              <p:nvPr/>
            </p:nvSpPr>
            <p:spPr>
              <a:xfrm>
                <a:off x="6308202" y="3568859"/>
                <a:ext cx="115746" cy="1388962"/>
              </a:xfrm>
              <a:prstGeom prst="righ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3793E7-B071-242D-97DD-91588D1429E4}"/>
                </a:ext>
              </a:extLst>
            </p:cNvPr>
            <p:cNvSpPr txBox="1"/>
            <p:nvPr/>
          </p:nvSpPr>
          <p:spPr>
            <a:xfrm>
              <a:off x="3240912" y="3578506"/>
              <a:ext cx="48613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B =</a:t>
              </a:r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F3AB2E8-3959-4899-FC58-FBED4A905627}"/>
              </a:ext>
            </a:extLst>
          </p:cNvPr>
          <p:cNvGrpSpPr/>
          <p:nvPr/>
        </p:nvGrpSpPr>
        <p:grpSpPr>
          <a:xfrm>
            <a:off x="7369215" y="1880884"/>
            <a:ext cx="2858945" cy="1601164"/>
            <a:chOff x="3240912" y="2816506"/>
            <a:chExt cx="2858945" cy="160116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CB5AF03-A9CB-C6AC-48C0-47B1B418F66B}"/>
                </a:ext>
              </a:extLst>
            </p:cNvPr>
            <p:cNvGrpSpPr/>
            <p:nvPr/>
          </p:nvGrpSpPr>
          <p:grpSpPr>
            <a:xfrm>
              <a:off x="3694252" y="2816506"/>
              <a:ext cx="2405605" cy="1601164"/>
              <a:chOff x="4253695" y="3375949"/>
              <a:chExt cx="2405605" cy="1601164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5B29DB2-6EDE-E10E-6780-33207FD09ECE}"/>
                  </a:ext>
                </a:extLst>
              </p:cNvPr>
              <p:cNvSpPr txBox="1"/>
              <p:nvPr/>
            </p:nvSpPr>
            <p:spPr>
              <a:xfrm>
                <a:off x="4263341" y="3433822"/>
                <a:ext cx="2395959" cy="14773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dirty="0">
                    <a:cs typeface="Calibri"/>
                  </a:rPr>
                  <a:t>c</a:t>
                </a:r>
                <a:r>
                  <a:rPr lang="en-US" baseline="-25000" dirty="0">
                    <a:cs typeface="Calibri"/>
                  </a:rPr>
                  <a:t>11</a:t>
                </a:r>
                <a:r>
                  <a:rPr lang="en-US" dirty="0">
                    <a:cs typeface="Calibri"/>
                  </a:rPr>
                  <a:t>    c</a:t>
                </a:r>
                <a:r>
                  <a:rPr lang="en-US" baseline="-25000" dirty="0">
                    <a:cs typeface="Calibri"/>
                  </a:rPr>
                  <a:t>12</a:t>
                </a:r>
                <a:r>
                  <a:rPr lang="en-US">
                    <a:cs typeface="Calibri"/>
                  </a:rPr>
                  <a:t>                  c</a:t>
                </a:r>
                <a:r>
                  <a:rPr lang="en-US" baseline="-25000" dirty="0">
                    <a:cs typeface="Calibri"/>
                  </a:rPr>
                  <a:t>1m</a:t>
                </a:r>
              </a:p>
              <a:p>
                <a:r>
                  <a:rPr lang="en-US" dirty="0">
                    <a:cs typeface="Calibri"/>
                  </a:rPr>
                  <a:t>c</a:t>
                </a:r>
                <a:r>
                  <a:rPr lang="en-US" baseline="-25000" dirty="0">
                    <a:cs typeface="Calibri"/>
                  </a:rPr>
                  <a:t>21</a:t>
                </a:r>
                <a:r>
                  <a:rPr lang="en-US" dirty="0">
                    <a:cs typeface="Calibri"/>
                  </a:rPr>
                  <a:t>    c</a:t>
                </a:r>
                <a:r>
                  <a:rPr lang="en-US" baseline="-25000" dirty="0">
                    <a:cs typeface="Calibri"/>
                  </a:rPr>
                  <a:t>22</a:t>
                </a:r>
                <a:r>
                  <a:rPr lang="en-US">
                    <a:cs typeface="Calibri"/>
                  </a:rPr>
                  <a:t>                  c</a:t>
                </a:r>
                <a:r>
                  <a:rPr lang="en-US" baseline="-25000" dirty="0">
                    <a:cs typeface="Calibri"/>
                  </a:rPr>
                  <a:t>2m</a:t>
                </a:r>
                <a:endParaRPr lang="en-US" baseline="-25000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                     </a:t>
                </a:r>
                <a:endParaRPr lang="en-US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                     </a:t>
                </a:r>
                <a:endParaRPr lang="en-US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c</a:t>
                </a:r>
                <a:r>
                  <a:rPr lang="en-US" baseline="-25000" dirty="0">
                    <a:cs typeface="Calibri"/>
                  </a:rPr>
                  <a:t>n1</a:t>
                </a:r>
                <a:r>
                  <a:rPr lang="en-US">
                    <a:cs typeface="Calibri"/>
                  </a:rPr>
                  <a:t>    c</a:t>
                </a:r>
                <a:r>
                  <a:rPr lang="en-US" baseline="-25000" dirty="0">
                    <a:cs typeface="Calibri"/>
                  </a:rPr>
                  <a:t>n2</a:t>
                </a:r>
                <a:r>
                  <a:rPr lang="en-US" dirty="0">
                    <a:cs typeface="Calibri"/>
                  </a:rPr>
                  <a:t>                  </a:t>
                </a:r>
                <a:r>
                  <a:rPr lang="en-US">
                    <a:cs typeface="Calibri"/>
                  </a:rPr>
                  <a:t>c</a:t>
                </a:r>
                <a:r>
                  <a:rPr lang="en-US" baseline="-25000">
                    <a:cs typeface="Calibri"/>
                  </a:rPr>
                  <a:t>nm</a:t>
                </a:r>
                <a:endParaRPr lang="en-US" baseline="-25000" dirty="0">
                  <a:ea typeface="Calibri"/>
                  <a:cs typeface="Calibri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047BBBF-AE30-1DDB-1D29-D3FEAD6E25BF}"/>
                  </a:ext>
                </a:extLst>
              </p:cNvPr>
              <p:cNvSpPr txBox="1"/>
              <p:nvPr/>
            </p:nvSpPr>
            <p:spPr>
              <a:xfrm>
                <a:off x="5372582" y="337594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A3C2E37-FA18-8263-BEBA-8E52940AEF4D}"/>
                  </a:ext>
                </a:extLst>
              </p:cNvPr>
              <p:cNvSpPr txBox="1"/>
              <p:nvPr/>
            </p:nvSpPr>
            <p:spPr>
              <a:xfrm rot="5400000">
                <a:off x="4369443" y="4215113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308385-5B5F-0141-FF24-83045AD24D7A}"/>
                  </a:ext>
                </a:extLst>
              </p:cNvPr>
              <p:cNvSpPr txBox="1"/>
              <p:nvPr/>
            </p:nvSpPr>
            <p:spPr>
              <a:xfrm rot="5400000">
                <a:off x="4822784" y="421511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95446B5-E59D-9642-22C6-C6B06C65BDD3}"/>
                  </a:ext>
                </a:extLst>
              </p:cNvPr>
              <p:cNvSpPr txBox="1"/>
              <p:nvPr/>
            </p:nvSpPr>
            <p:spPr>
              <a:xfrm rot="5400000">
                <a:off x="6009189" y="417652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6728212-656E-77A7-ACB7-2D1D666F098A}"/>
                  </a:ext>
                </a:extLst>
              </p:cNvPr>
              <p:cNvSpPr txBox="1"/>
              <p:nvPr/>
            </p:nvSpPr>
            <p:spPr>
              <a:xfrm>
                <a:off x="5372581" y="3742480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140A83F-FA3A-B9CA-85E3-47EF61028784}"/>
                  </a:ext>
                </a:extLst>
              </p:cNvPr>
              <p:cNvSpPr txBox="1"/>
              <p:nvPr/>
            </p:nvSpPr>
            <p:spPr>
              <a:xfrm>
                <a:off x="5372580" y="454306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40" name="Left Bracket 39">
                <a:extLst>
                  <a:ext uri="{FF2B5EF4-FFF2-40B4-BE49-F238E27FC236}">
                    <a16:creationId xmlns:a16="http://schemas.microsoft.com/office/drawing/2014/main" id="{BC19B008-67F1-EFA0-7171-8008D5ED4DB2}"/>
                  </a:ext>
                </a:extLst>
              </p:cNvPr>
              <p:cNvSpPr/>
              <p:nvPr/>
            </p:nvSpPr>
            <p:spPr>
              <a:xfrm>
                <a:off x="4253695" y="3539924"/>
                <a:ext cx="96455" cy="1437189"/>
              </a:xfrm>
              <a:prstGeom prst="lef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ight Bracket 40">
                <a:extLst>
                  <a:ext uri="{FF2B5EF4-FFF2-40B4-BE49-F238E27FC236}">
                    <a16:creationId xmlns:a16="http://schemas.microsoft.com/office/drawing/2014/main" id="{2E4A80ED-C49B-62DF-670D-594850083BA8}"/>
                  </a:ext>
                </a:extLst>
              </p:cNvPr>
              <p:cNvSpPr/>
              <p:nvPr/>
            </p:nvSpPr>
            <p:spPr>
              <a:xfrm>
                <a:off x="6308202" y="3568859"/>
                <a:ext cx="115746" cy="1388962"/>
              </a:xfrm>
              <a:prstGeom prst="righ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A6117AC-9D6A-250C-9729-DEECB586BD7D}"/>
                </a:ext>
              </a:extLst>
            </p:cNvPr>
            <p:cNvSpPr txBox="1"/>
            <p:nvPr/>
          </p:nvSpPr>
          <p:spPr>
            <a:xfrm>
              <a:off x="3240912" y="3578506"/>
              <a:ext cx="48613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C =</a:t>
              </a:r>
              <a:endParaRPr lang="en-US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7EDCD078-CA8E-B4C0-AC74-267A0BB1C10B}"/>
              </a:ext>
            </a:extLst>
          </p:cNvPr>
          <p:cNvSpPr txBox="1"/>
          <p:nvPr/>
        </p:nvSpPr>
        <p:spPr>
          <a:xfrm>
            <a:off x="2787570" y="3858227"/>
            <a:ext cx="63988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In matrix operations, there are constraints on sizes of matrices.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02DE857-27FF-B295-3DA1-4F1CF3E437BB}"/>
              </a:ext>
            </a:extLst>
          </p:cNvPr>
          <p:cNvSpPr txBox="1"/>
          <p:nvPr/>
        </p:nvSpPr>
        <p:spPr>
          <a:xfrm>
            <a:off x="3857768" y="4461535"/>
            <a:ext cx="44794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ea typeface="Calibri"/>
                <a:cs typeface="Calibri"/>
              </a:rPr>
              <a:t>Addition</a:t>
            </a:r>
          </a:p>
          <a:p>
            <a:pPr algn="ctr"/>
            <a:r>
              <a:rPr lang="en-US" i="1" dirty="0">
                <a:ea typeface="Calibri"/>
                <a:cs typeface="Calibri"/>
              </a:rPr>
              <a:t>Constraint : Sizes of the matrices should be the same</a:t>
            </a:r>
          </a:p>
          <a:p>
            <a:pPr algn="ctr"/>
            <a:endParaRPr lang="en-US" i="1" dirty="0">
              <a:ea typeface="Calibri"/>
              <a:cs typeface="Calibri"/>
            </a:endParaRPr>
          </a:p>
          <a:p>
            <a:pPr algn="ctr"/>
            <a:r>
              <a:rPr lang="en-US" dirty="0">
                <a:ea typeface="Calibri"/>
                <a:cs typeface="Calibri"/>
              </a:rPr>
              <a:t>A + B = C      :      </a:t>
            </a:r>
            <a:r>
              <a:rPr lang="en-US" err="1">
                <a:ea typeface="Calibri"/>
                <a:cs typeface="Calibri"/>
              </a:rPr>
              <a:t>a</a:t>
            </a:r>
            <a:r>
              <a:rPr lang="en-US" baseline="-25000" err="1">
                <a:ea typeface="Calibri"/>
                <a:cs typeface="Calibri"/>
              </a:rPr>
              <a:t>ij</a:t>
            </a:r>
            <a:r>
              <a:rPr lang="en-US" dirty="0">
                <a:ea typeface="Calibri"/>
                <a:cs typeface="Calibri"/>
              </a:rPr>
              <a:t> + </a:t>
            </a:r>
            <a:r>
              <a:rPr lang="en-US" err="1">
                <a:ea typeface="Calibri"/>
                <a:cs typeface="Calibri"/>
              </a:rPr>
              <a:t>b</a:t>
            </a:r>
            <a:r>
              <a:rPr lang="en-US" baseline="-25000" err="1">
                <a:ea typeface="Calibri"/>
                <a:cs typeface="Calibri"/>
              </a:rPr>
              <a:t>ij</a:t>
            </a:r>
            <a:r>
              <a:rPr lang="en-US" dirty="0">
                <a:ea typeface="Calibri"/>
                <a:cs typeface="Calibri"/>
              </a:rPr>
              <a:t> = </a:t>
            </a:r>
            <a:r>
              <a:rPr lang="en-US" err="1">
                <a:ea typeface="Calibri"/>
                <a:cs typeface="Calibri"/>
              </a:rPr>
              <a:t>c</a:t>
            </a:r>
            <a:r>
              <a:rPr lang="en-US" baseline="-25000" err="1">
                <a:ea typeface="Calibri"/>
                <a:cs typeface="Calibri"/>
              </a:rPr>
              <a:t>ij</a:t>
            </a:r>
            <a:endParaRPr lang="en-US" b="1" i="1" baseline="-25000" err="1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26A1BC-CCE0-A1F6-CC56-54DCCCAE9C37}"/>
              </a:ext>
            </a:extLst>
          </p:cNvPr>
          <p:cNvSpPr txBox="1"/>
          <p:nvPr/>
        </p:nvSpPr>
        <p:spPr>
          <a:xfrm>
            <a:off x="2064834" y="3490332"/>
            <a:ext cx="1228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Shape : n x m</a:t>
            </a:r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F317E4-6024-11A0-EE08-4CE9AADABB69}"/>
              </a:ext>
            </a:extLst>
          </p:cNvPr>
          <p:cNvSpPr txBox="1"/>
          <p:nvPr/>
        </p:nvSpPr>
        <p:spPr>
          <a:xfrm>
            <a:off x="5373029" y="3490332"/>
            <a:ext cx="1228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Shape : n x m</a:t>
            </a: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05D305-3C86-ADDE-C5CF-B91216405DE3}"/>
              </a:ext>
            </a:extLst>
          </p:cNvPr>
          <p:cNvSpPr txBox="1"/>
          <p:nvPr/>
        </p:nvSpPr>
        <p:spPr>
          <a:xfrm>
            <a:off x="8439614" y="3490332"/>
            <a:ext cx="1228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Shape : n x 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9341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D04C3-8576-AA20-231C-93B4B5E7C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 Light"/>
                <a:cs typeface="Calibri Light"/>
              </a:rPr>
              <a:t>Matrix-Matrix Operations : Multiplication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5E9206E-7BCC-969A-387D-A7E999C7D6C4}"/>
              </a:ext>
            </a:extLst>
          </p:cNvPr>
          <p:cNvGrpSpPr/>
          <p:nvPr/>
        </p:nvGrpSpPr>
        <p:grpSpPr>
          <a:xfrm>
            <a:off x="1244279" y="1880886"/>
            <a:ext cx="2858945" cy="1601164"/>
            <a:chOff x="3240912" y="2816506"/>
            <a:chExt cx="2858945" cy="16011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7D7D2C1-F1CE-B02A-B657-B3C878611318}"/>
                </a:ext>
              </a:extLst>
            </p:cNvPr>
            <p:cNvGrpSpPr/>
            <p:nvPr/>
          </p:nvGrpSpPr>
          <p:grpSpPr>
            <a:xfrm>
              <a:off x="3694252" y="2816506"/>
              <a:ext cx="2405605" cy="1601164"/>
              <a:chOff x="4253695" y="3375949"/>
              <a:chExt cx="2405605" cy="1601164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355F21-1F3B-F1E5-64DD-B09495D9AF82}"/>
                  </a:ext>
                </a:extLst>
              </p:cNvPr>
              <p:cNvSpPr txBox="1"/>
              <p:nvPr/>
            </p:nvSpPr>
            <p:spPr>
              <a:xfrm>
                <a:off x="4263341" y="3433822"/>
                <a:ext cx="2395959" cy="14773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11</a:t>
                </a:r>
                <a:r>
                  <a:rPr lang="en-US">
                    <a:cs typeface="Calibri"/>
                  </a:rPr>
                  <a:t>    a</a:t>
                </a:r>
                <a:r>
                  <a:rPr lang="en-US" baseline="-25000">
                    <a:cs typeface="Calibri"/>
                  </a:rPr>
                  <a:t>12</a:t>
                </a:r>
                <a:r>
                  <a:rPr lang="en-US">
                    <a:cs typeface="Calibri"/>
                  </a:rPr>
                  <a:t>                  a</a:t>
                </a:r>
                <a:r>
                  <a:rPr lang="en-US" baseline="-25000">
                    <a:cs typeface="Calibri"/>
                  </a:rPr>
                  <a:t>1m</a:t>
                </a:r>
              </a:p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21</a:t>
                </a:r>
                <a:r>
                  <a:rPr lang="en-US">
                    <a:cs typeface="Calibri"/>
                  </a:rPr>
                  <a:t>    a</a:t>
                </a:r>
                <a:r>
                  <a:rPr lang="en-US" baseline="-25000">
                    <a:cs typeface="Calibri"/>
                  </a:rPr>
                  <a:t>22</a:t>
                </a:r>
                <a:r>
                  <a:rPr lang="en-US">
                    <a:cs typeface="Calibri"/>
                  </a:rPr>
                  <a:t>                  a</a:t>
                </a:r>
                <a:r>
                  <a:rPr lang="en-US" baseline="-25000">
                    <a:cs typeface="Calibri"/>
                  </a:rPr>
                  <a:t>2m</a:t>
                </a:r>
              </a:p>
              <a:p>
                <a:r>
                  <a:rPr lang="en-US">
                    <a:cs typeface="Calibri"/>
                  </a:rPr>
                  <a:t>                     </a:t>
                </a:r>
              </a:p>
              <a:p>
                <a:r>
                  <a:rPr lang="en-US">
                    <a:cs typeface="Calibri"/>
                  </a:rPr>
                  <a:t>                     </a:t>
                </a:r>
              </a:p>
              <a:p>
                <a:r>
                  <a:rPr lang="en-US">
                    <a:cs typeface="Calibri"/>
                  </a:rPr>
                  <a:t>a</a:t>
                </a:r>
                <a:r>
                  <a:rPr lang="en-US" baseline="-25000">
                    <a:cs typeface="Calibri"/>
                  </a:rPr>
                  <a:t>n1</a:t>
                </a:r>
                <a:r>
                  <a:rPr lang="en-US">
                    <a:cs typeface="Calibri"/>
                  </a:rPr>
                  <a:t>    a</a:t>
                </a:r>
                <a:r>
                  <a:rPr lang="en-US" baseline="-25000">
                    <a:cs typeface="Calibri"/>
                  </a:rPr>
                  <a:t>n2</a:t>
                </a:r>
                <a:r>
                  <a:rPr lang="en-US">
                    <a:cs typeface="Calibri"/>
                  </a:rPr>
                  <a:t>                  </a:t>
                </a:r>
                <a:r>
                  <a:rPr lang="en-US" err="1">
                    <a:cs typeface="Calibri"/>
                  </a:rPr>
                  <a:t>a</a:t>
                </a:r>
                <a:r>
                  <a:rPr lang="en-US" baseline="-25000" err="1">
                    <a:cs typeface="Calibri"/>
                  </a:rPr>
                  <a:t>nm</a:t>
                </a:r>
                <a:endParaRPr lang="en-US" baseline="-25000">
                  <a:cs typeface="Calibri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09D09AD-CF64-92E4-B1F4-AB78C154E07B}"/>
                  </a:ext>
                </a:extLst>
              </p:cNvPr>
              <p:cNvSpPr txBox="1"/>
              <p:nvPr/>
            </p:nvSpPr>
            <p:spPr>
              <a:xfrm>
                <a:off x="5372582" y="337594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45AB073-F0CB-87DE-83CB-DCAC8AF3D617}"/>
                  </a:ext>
                </a:extLst>
              </p:cNvPr>
              <p:cNvSpPr txBox="1"/>
              <p:nvPr/>
            </p:nvSpPr>
            <p:spPr>
              <a:xfrm rot="5400000">
                <a:off x="4369443" y="4215113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4EB97DB-D161-DDB3-40AE-7502CC9FD36F}"/>
                  </a:ext>
                </a:extLst>
              </p:cNvPr>
              <p:cNvSpPr txBox="1"/>
              <p:nvPr/>
            </p:nvSpPr>
            <p:spPr>
              <a:xfrm rot="5400000">
                <a:off x="4822784" y="421511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A83B67D-3826-E4A0-1B5E-257B8B6AA254}"/>
                  </a:ext>
                </a:extLst>
              </p:cNvPr>
              <p:cNvSpPr txBox="1"/>
              <p:nvPr/>
            </p:nvSpPr>
            <p:spPr>
              <a:xfrm rot="5400000">
                <a:off x="6009189" y="417652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6B95583-89B7-C46B-A6CC-F49A9A9FAF87}"/>
                  </a:ext>
                </a:extLst>
              </p:cNvPr>
              <p:cNvSpPr txBox="1"/>
              <p:nvPr/>
            </p:nvSpPr>
            <p:spPr>
              <a:xfrm>
                <a:off x="5372581" y="3742480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8AE5D9-20A8-B050-7F99-AACB0AF26069}"/>
                  </a:ext>
                </a:extLst>
              </p:cNvPr>
              <p:cNvSpPr txBox="1"/>
              <p:nvPr/>
            </p:nvSpPr>
            <p:spPr>
              <a:xfrm>
                <a:off x="5372580" y="454306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14" name="Left Bracket 13">
                <a:extLst>
                  <a:ext uri="{FF2B5EF4-FFF2-40B4-BE49-F238E27FC236}">
                    <a16:creationId xmlns:a16="http://schemas.microsoft.com/office/drawing/2014/main" id="{258E076A-0EF4-2FA5-8F04-27DE2A776B4D}"/>
                  </a:ext>
                </a:extLst>
              </p:cNvPr>
              <p:cNvSpPr/>
              <p:nvPr/>
            </p:nvSpPr>
            <p:spPr>
              <a:xfrm>
                <a:off x="4253695" y="3539924"/>
                <a:ext cx="96455" cy="1437189"/>
              </a:xfrm>
              <a:prstGeom prst="lef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ight Bracket 14">
                <a:extLst>
                  <a:ext uri="{FF2B5EF4-FFF2-40B4-BE49-F238E27FC236}">
                    <a16:creationId xmlns:a16="http://schemas.microsoft.com/office/drawing/2014/main" id="{0799216D-CE9B-BC63-B383-A553853EAF6E}"/>
                  </a:ext>
                </a:extLst>
              </p:cNvPr>
              <p:cNvSpPr/>
              <p:nvPr/>
            </p:nvSpPr>
            <p:spPr>
              <a:xfrm>
                <a:off x="6308202" y="3568859"/>
                <a:ext cx="115746" cy="1388962"/>
              </a:xfrm>
              <a:prstGeom prst="righ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3E72302-4D4E-4806-5334-7BE7C0770FD1}"/>
                </a:ext>
              </a:extLst>
            </p:cNvPr>
            <p:cNvSpPr txBox="1"/>
            <p:nvPr/>
          </p:nvSpPr>
          <p:spPr>
            <a:xfrm>
              <a:off x="3240912" y="3578506"/>
              <a:ext cx="48613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A =</a:t>
              </a:r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CCECF4D-4132-3B59-D29F-805080CFD916}"/>
              </a:ext>
            </a:extLst>
          </p:cNvPr>
          <p:cNvGrpSpPr/>
          <p:nvPr/>
        </p:nvGrpSpPr>
        <p:grpSpPr>
          <a:xfrm>
            <a:off x="4311570" y="1880885"/>
            <a:ext cx="2858945" cy="1601164"/>
            <a:chOff x="3240912" y="2816506"/>
            <a:chExt cx="2858945" cy="160116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4C35430-0D36-0190-EC6D-B17693B60916}"/>
                </a:ext>
              </a:extLst>
            </p:cNvPr>
            <p:cNvGrpSpPr/>
            <p:nvPr/>
          </p:nvGrpSpPr>
          <p:grpSpPr>
            <a:xfrm>
              <a:off x="3694252" y="2816506"/>
              <a:ext cx="2405605" cy="1601164"/>
              <a:chOff x="4253695" y="3375949"/>
              <a:chExt cx="2405605" cy="1601164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2C90D59-E9DA-4D0F-21B4-80CCE628BEA3}"/>
                  </a:ext>
                </a:extLst>
              </p:cNvPr>
              <p:cNvSpPr txBox="1"/>
              <p:nvPr/>
            </p:nvSpPr>
            <p:spPr>
              <a:xfrm>
                <a:off x="4263341" y="3433822"/>
                <a:ext cx="2395959" cy="14773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dirty="0">
                    <a:cs typeface="Calibri"/>
                  </a:rPr>
                  <a:t>b</a:t>
                </a:r>
                <a:r>
                  <a:rPr lang="en-US" baseline="-25000" dirty="0">
                    <a:cs typeface="Calibri"/>
                  </a:rPr>
                  <a:t>11</a:t>
                </a:r>
                <a:r>
                  <a:rPr lang="en-US" dirty="0">
                    <a:cs typeface="Calibri"/>
                  </a:rPr>
                  <a:t>    b</a:t>
                </a:r>
                <a:r>
                  <a:rPr lang="en-US" baseline="-25000" dirty="0">
                    <a:cs typeface="Calibri"/>
                  </a:rPr>
                  <a:t>12</a:t>
                </a:r>
                <a:r>
                  <a:rPr lang="en-US" dirty="0">
                    <a:cs typeface="Calibri"/>
                  </a:rPr>
                  <a:t>                  b</a:t>
                </a:r>
                <a:r>
                  <a:rPr lang="en-US" baseline="-25000" dirty="0">
                    <a:cs typeface="Calibri"/>
                  </a:rPr>
                  <a:t>1l</a:t>
                </a:r>
              </a:p>
              <a:p>
                <a:r>
                  <a:rPr lang="en-US" dirty="0">
                    <a:cs typeface="Calibri"/>
                  </a:rPr>
                  <a:t>b</a:t>
                </a:r>
                <a:r>
                  <a:rPr lang="en-US" baseline="-25000" dirty="0">
                    <a:cs typeface="Calibri"/>
                  </a:rPr>
                  <a:t>21</a:t>
                </a:r>
                <a:r>
                  <a:rPr lang="en-US" dirty="0">
                    <a:cs typeface="Calibri"/>
                  </a:rPr>
                  <a:t>    b</a:t>
                </a:r>
                <a:r>
                  <a:rPr lang="en-US" baseline="-25000" dirty="0">
                    <a:cs typeface="Calibri"/>
                  </a:rPr>
                  <a:t>22</a:t>
                </a:r>
                <a:r>
                  <a:rPr lang="en-US" dirty="0">
                    <a:cs typeface="Calibri"/>
                  </a:rPr>
                  <a:t>                  b</a:t>
                </a:r>
                <a:r>
                  <a:rPr lang="en-US" baseline="-25000" dirty="0">
                    <a:cs typeface="Calibri"/>
                  </a:rPr>
                  <a:t>2l</a:t>
                </a:r>
                <a:endParaRPr lang="en-US" baseline="-25000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                     </a:t>
                </a:r>
                <a:endParaRPr lang="en-US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                     </a:t>
                </a:r>
                <a:endParaRPr lang="en-US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b</a:t>
                </a:r>
                <a:r>
                  <a:rPr lang="en-US" baseline="-25000" dirty="0">
                    <a:cs typeface="Calibri"/>
                  </a:rPr>
                  <a:t>m1</a:t>
                </a:r>
                <a:r>
                  <a:rPr lang="en-US" dirty="0">
                    <a:cs typeface="Calibri"/>
                  </a:rPr>
                  <a:t>    b</a:t>
                </a:r>
                <a:r>
                  <a:rPr lang="en-US" baseline="-25000" dirty="0">
                    <a:cs typeface="Calibri"/>
                  </a:rPr>
                  <a:t>m2</a:t>
                </a:r>
                <a:r>
                  <a:rPr lang="en-US" dirty="0">
                    <a:cs typeface="Calibri"/>
                  </a:rPr>
                  <a:t>                 </a:t>
                </a:r>
                <a:r>
                  <a:rPr lang="en-US" dirty="0" err="1">
                    <a:cs typeface="Calibri"/>
                  </a:rPr>
                  <a:t>b</a:t>
                </a:r>
                <a:r>
                  <a:rPr lang="en-US" baseline="-25000" dirty="0" err="1">
                    <a:cs typeface="Calibri"/>
                  </a:rPr>
                  <a:t>ml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E34334-FF6E-B582-065A-7854BC0BC0D3}"/>
                  </a:ext>
                </a:extLst>
              </p:cNvPr>
              <p:cNvSpPr txBox="1"/>
              <p:nvPr/>
            </p:nvSpPr>
            <p:spPr>
              <a:xfrm>
                <a:off x="5372582" y="337594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64EB73-D045-F0F7-C94C-15CD437DD12B}"/>
                  </a:ext>
                </a:extLst>
              </p:cNvPr>
              <p:cNvSpPr txBox="1"/>
              <p:nvPr/>
            </p:nvSpPr>
            <p:spPr>
              <a:xfrm rot="5400000">
                <a:off x="4369443" y="4215113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EED93C5-6EFD-FB7A-A624-57AEFB200087}"/>
                  </a:ext>
                </a:extLst>
              </p:cNvPr>
              <p:cNvSpPr txBox="1"/>
              <p:nvPr/>
            </p:nvSpPr>
            <p:spPr>
              <a:xfrm rot="5400000">
                <a:off x="4822784" y="421511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B17CAEB-786A-B677-08C9-E5ABAEE1C2BD}"/>
                  </a:ext>
                </a:extLst>
              </p:cNvPr>
              <p:cNvSpPr txBox="1"/>
              <p:nvPr/>
            </p:nvSpPr>
            <p:spPr>
              <a:xfrm rot="5400000">
                <a:off x="6009189" y="417652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6AFCE66-2313-1CB2-716B-8370FE29CBA9}"/>
                  </a:ext>
                </a:extLst>
              </p:cNvPr>
              <p:cNvSpPr txBox="1"/>
              <p:nvPr/>
            </p:nvSpPr>
            <p:spPr>
              <a:xfrm>
                <a:off x="5372581" y="3742480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4A7313C-05D4-AEDB-7CEC-B115FBBC990B}"/>
                  </a:ext>
                </a:extLst>
              </p:cNvPr>
              <p:cNvSpPr txBox="1"/>
              <p:nvPr/>
            </p:nvSpPr>
            <p:spPr>
              <a:xfrm>
                <a:off x="5372580" y="454306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27" name="Left Bracket 26">
                <a:extLst>
                  <a:ext uri="{FF2B5EF4-FFF2-40B4-BE49-F238E27FC236}">
                    <a16:creationId xmlns:a16="http://schemas.microsoft.com/office/drawing/2014/main" id="{C0004A86-18BA-D1F7-A990-04022E843B06}"/>
                  </a:ext>
                </a:extLst>
              </p:cNvPr>
              <p:cNvSpPr/>
              <p:nvPr/>
            </p:nvSpPr>
            <p:spPr>
              <a:xfrm>
                <a:off x="4253695" y="3539924"/>
                <a:ext cx="96455" cy="1437189"/>
              </a:xfrm>
              <a:prstGeom prst="lef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ight Bracket 27">
                <a:extLst>
                  <a:ext uri="{FF2B5EF4-FFF2-40B4-BE49-F238E27FC236}">
                    <a16:creationId xmlns:a16="http://schemas.microsoft.com/office/drawing/2014/main" id="{1DBF969B-B91B-3E76-2EAF-9FB7005E47C7}"/>
                  </a:ext>
                </a:extLst>
              </p:cNvPr>
              <p:cNvSpPr/>
              <p:nvPr/>
            </p:nvSpPr>
            <p:spPr>
              <a:xfrm>
                <a:off x="6308202" y="3568859"/>
                <a:ext cx="115746" cy="1388962"/>
              </a:xfrm>
              <a:prstGeom prst="righ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63793E7-B071-242D-97DD-91588D1429E4}"/>
                </a:ext>
              </a:extLst>
            </p:cNvPr>
            <p:cNvSpPr txBox="1"/>
            <p:nvPr/>
          </p:nvSpPr>
          <p:spPr>
            <a:xfrm>
              <a:off x="3240912" y="3578506"/>
              <a:ext cx="48613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B =</a:t>
              </a:r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F3AB2E8-3959-4899-FC58-FBED4A905627}"/>
              </a:ext>
            </a:extLst>
          </p:cNvPr>
          <p:cNvGrpSpPr/>
          <p:nvPr/>
        </p:nvGrpSpPr>
        <p:grpSpPr>
          <a:xfrm>
            <a:off x="7369215" y="1880884"/>
            <a:ext cx="2858945" cy="1601164"/>
            <a:chOff x="3240912" y="2816506"/>
            <a:chExt cx="2858945" cy="1601164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CB5AF03-A9CB-C6AC-48C0-47B1B418F66B}"/>
                </a:ext>
              </a:extLst>
            </p:cNvPr>
            <p:cNvGrpSpPr/>
            <p:nvPr/>
          </p:nvGrpSpPr>
          <p:grpSpPr>
            <a:xfrm>
              <a:off x="3694252" y="2816506"/>
              <a:ext cx="2405605" cy="1601164"/>
              <a:chOff x="4253695" y="3375949"/>
              <a:chExt cx="2405605" cy="1601164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5B29DB2-6EDE-E10E-6780-33207FD09ECE}"/>
                  </a:ext>
                </a:extLst>
              </p:cNvPr>
              <p:cNvSpPr txBox="1"/>
              <p:nvPr/>
            </p:nvSpPr>
            <p:spPr>
              <a:xfrm>
                <a:off x="4263341" y="3433822"/>
                <a:ext cx="2395959" cy="14773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dirty="0">
                    <a:cs typeface="Calibri"/>
                  </a:rPr>
                  <a:t>c</a:t>
                </a:r>
                <a:r>
                  <a:rPr lang="en-US" baseline="-25000" dirty="0">
                    <a:cs typeface="Calibri"/>
                  </a:rPr>
                  <a:t>11</a:t>
                </a:r>
                <a:r>
                  <a:rPr lang="en-US" dirty="0">
                    <a:cs typeface="Calibri"/>
                  </a:rPr>
                  <a:t>    c</a:t>
                </a:r>
                <a:r>
                  <a:rPr lang="en-US" baseline="-25000" dirty="0">
                    <a:cs typeface="Calibri"/>
                  </a:rPr>
                  <a:t>12</a:t>
                </a:r>
                <a:r>
                  <a:rPr lang="en-US" dirty="0">
                    <a:cs typeface="Calibri"/>
                  </a:rPr>
                  <a:t>                  c</a:t>
                </a:r>
                <a:r>
                  <a:rPr lang="en-US" baseline="-25000" dirty="0">
                    <a:cs typeface="Calibri"/>
                  </a:rPr>
                  <a:t>1l</a:t>
                </a:r>
              </a:p>
              <a:p>
                <a:r>
                  <a:rPr lang="en-US" dirty="0">
                    <a:cs typeface="Calibri"/>
                  </a:rPr>
                  <a:t>c</a:t>
                </a:r>
                <a:r>
                  <a:rPr lang="en-US" baseline="-25000" dirty="0">
                    <a:cs typeface="Calibri"/>
                  </a:rPr>
                  <a:t>21</a:t>
                </a:r>
                <a:r>
                  <a:rPr lang="en-US" dirty="0">
                    <a:cs typeface="Calibri"/>
                  </a:rPr>
                  <a:t>    c</a:t>
                </a:r>
                <a:r>
                  <a:rPr lang="en-US" baseline="-25000" dirty="0">
                    <a:cs typeface="Calibri"/>
                  </a:rPr>
                  <a:t>22</a:t>
                </a:r>
                <a:r>
                  <a:rPr lang="en-US" dirty="0">
                    <a:cs typeface="Calibri"/>
                  </a:rPr>
                  <a:t>                  c</a:t>
                </a:r>
                <a:r>
                  <a:rPr lang="en-US" baseline="-25000" dirty="0">
                    <a:cs typeface="Calibri"/>
                  </a:rPr>
                  <a:t>2l</a:t>
                </a:r>
                <a:endParaRPr lang="en-US" baseline="-25000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                     </a:t>
                </a:r>
                <a:endParaRPr lang="en-US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                     </a:t>
                </a:r>
                <a:endParaRPr lang="en-US" dirty="0">
                  <a:ea typeface="Calibri"/>
                  <a:cs typeface="Calibri"/>
                </a:endParaRPr>
              </a:p>
              <a:p>
                <a:r>
                  <a:rPr lang="en-US" dirty="0">
                    <a:cs typeface="Calibri"/>
                  </a:rPr>
                  <a:t>c</a:t>
                </a:r>
                <a:r>
                  <a:rPr lang="en-US" baseline="-25000" dirty="0">
                    <a:cs typeface="Calibri"/>
                  </a:rPr>
                  <a:t>n1</a:t>
                </a:r>
                <a:r>
                  <a:rPr lang="en-US" dirty="0">
                    <a:cs typeface="Calibri"/>
                  </a:rPr>
                  <a:t>    c</a:t>
                </a:r>
                <a:r>
                  <a:rPr lang="en-US" baseline="-25000" dirty="0">
                    <a:cs typeface="Calibri"/>
                  </a:rPr>
                  <a:t>n2</a:t>
                </a:r>
                <a:r>
                  <a:rPr lang="en-US" dirty="0">
                    <a:cs typeface="Calibri"/>
                  </a:rPr>
                  <a:t>                  </a:t>
                </a:r>
                <a:r>
                  <a:rPr lang="en-US" dirty="0" err="1">
                    <a:cs typeface="Calibri"/>
                  </a:rPr>
                  <a:t>c</a:t>
                </a:r>
                <a:r>
                  <a:rPr lang="en-US" baseline="-25000" dirty="0" err="1">
                    <a:cs typeface="Calibri"/>
                  </a:rPr>
                  <a:t>nl</a:t>
                </a:r>
                <a:endParaRPr lang="en-US" baseline="-25000" dirty="0" err="1">
                  <a:ea typeface="Calibri"/>
                  <a:cs typeface="Calibri"/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047BBBF-AE30-1DDB-1D29-D3FEAD6E25BF}"/>
                  </a:ext>
                </a:extLst>
              </p:cNvPr>
              <p:cNvSpPr txBox="1"/>
              <p:nvPr/>
            </p:nvSpPr>
            <p:spPr>
              <a:xfrm>
                <a:off x="5372582" y="337594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A3C2E37-FA18-8263-BEBA-8E52940AEF4D}"/>
                  </a:ext>
                </a:extLst>
              </p:cNvPr>
              <p:cNvSpPr txBox="1"/>
              <p:nvPr/>
            </p:nvSpPr>
            <p:spPr>
              <a:xfrm rot="5400000">
                <a:off x="4369443" y="4215113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308385-5B5F-0141-FF24-83045AD24D7A}"/>
                  </a:ext>
                </a:extLst>
              </p:cNvPr>
              <p:cNvSpPr txBox="1"/>
              <p:nvPr/>
            </p:nvSpPr>
            <p:spPr>
              <a:xfrm rot="5400000">
                <a:off x="4822784" y="421511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95446B5-E59D-9642-22C6-C6B06C65BDD3}"/>
                  </a:ext>
                </a:extLst>
              </p:cNvPr>
              <p:cNvSpPr txBox="1"/>
              <p:nvPr/>
            </p:nvSpPr>
            <p:spPr>
              <a:xfrm rot="5400000">
                <a:off x="6009189" y="4176529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6728212-656E-77A7-ACB7-2D1D666F098A}"/>
                  </a:ext>
                </a:extLst>
              </p:cNvPr>
              <p:cNvSpPr txBox="1"/>
              <p:nvPr/>
            </p:nvSpPr>
            <p:spPr>
              <a:xfrm>
                <a:off x="5372581" y="3742480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7140A83F-FA3A-B9CA-85E3-47EF61028784}"/>
                  </a:ext>
                </a:extLst>
              </p:cNvPr>
              <p:cNvSpPr txBox="1"/>
              <p:nvPr/>
            </p:nvSpPr>
            <p:spPr>
              <a:xfrm>
                <a:off x="5372580" y="4543062"/>
                <a:ext cx="36074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>
                    <a:cs typeface="Calibri"/>
                  </a:rPr>
                  <a:t>…</a:t>
                </a:r>
                <a:endParaRPr lang="en-US"/>
              </a:p>
            </p:txBody>
          </p:sp>
          <p:sp>
            <p:nvSpPr>
              <p:cNvPr id="40" name="Left Bracket 39">
                <a:extLst>
                  <a:ext uri="{FF2B5EF4-FFF2-40B4-BE49-F238E27FC236}">
                    <a16:creationId xmlns:a16="http://schemas.microsoft.com/office/drawing/2014/main" id="{BC19B008-67F1-EFA0-7171-8008D5ED4DB2}"/>
                  </a:ext>
                </a:extLst>
              </p:cNvPr>
              <p:cNvSpPr/>
              <p:nvPr/>
            </p:nvSpPr>
            <p:spPr>
              <a:xfrm>
                <a:off x="4253695" y="3539924"/>
                <a:ext cx="96455" cy="1437189"/>
              </a:xfrm>
              <a:prstGeom prst="lef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ight Bracket 40">
                <a:extLst>
                  <a:ext uri="{FF2B5EF4-FFF2-40B4-BE49-F238E27FC236}">
                    <a16:creationId xmlns:a16="http://schemas.microsoft.com/office/drawing/2014/main" id="{2E4A80ED-C49B-62DF-670D-594850083BA8}"/>
                  </a:ext>
                </a:extLst>
              </p:cNvPr>
              <p:cNvSpPr/>
              <p:nvPr/>
            </p:nvSpPr>
            <p:spPr>
              <a:xfrm>
                <a:off x="6308202" y="3568859"/>
                <a:ext cx="115746" cy="1388962"/>
              </a:xfrm>
              <a:prstGeom prst="rightBracket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A6117AC-9D6A-250C-9729-DEECB586BD7D}"/>
                </a:ext>
              </a:extLst>
            </p:cNvPr>
            <p:cNvSpPr txBox="1"/>
            <p:nvPr/>
          </p:nvSpPr>
          <p:spPr>
            <a:xfrm>
              <a:off x="3240912" y="3578506"/>
              <a:ext cx="48613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dirty="0">
                  <a:ea typeface="Calibri"/>
                  <a:cs typeface="Calibri"/>
                </a:rPr>
                <a:t>C =</a:t>
              </a:r>
              <a:endParaRPr lang="en-US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7EDCD078-CA8E-B4C0-AC74-267A0BB1C10B}"/>
              </a:ext>
            </a:extLst>
          </p:cNvPr>
          <p:cNvSpPr txBox="1"/>
          <p:nvPr/>
        </p:nvSpPr>
        <p:spPr>
          <a:xfrm>
            <a:off x="2787570" y="3858227"/>
            <a:ext cx="639886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In matrix operations, there are constraints on sizes of matrices.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0CBCD49-1560-5656-CF0D-65EB630B4C8A}"/>
              </a:ext>
            </a:extLst>
          </p:cNvPr>
          <p:cNvSpPr txBox="1"/>
          <p:nvPr/>
        </p:nvSpPr>
        <p:spPr>
          <a:xfrm>
            <a:off x="2984271" y="4606677"/>
            <a:ext cx="6003399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ea typeface="Calibri"/>
                <a:cs typeface="Calibri"/>
              </a:rPr>
              <a:t>Multiplication</a:t>
            </a:r>
          </a:p>
          <a:p>
            <a:pPr algn="ctr"/>
            <a:r>
              <a:rPr lang="en-US" i="1" dirty="0">
                <a:ea typeface="Calibri"/>
                <a:cs typeface="Calibri"/>
              </a:rPr>
              <a:t>Constraint : The number of columns of the first matrix should be equal to the number of rows of the second matrix.</a:t>
            </a:r>
          </a:p>
          <a:p>
            <a:pPr algn="ctr"/>
            <a:endParaRPr lang="en-US" i="1" dirty="0">
              <a:ea typeface="Calibri"/>
              <a:cs typeface="Calibri"/>
            </a:endParaRPr>
          </a:p>
          <a:p>
            <a:pPr algn="ctr"/>
            <a:r>
              <a:rPr lang="en-US" dirty="0">
                <a:ea typeface="Calibri"/>
                <a:cs typeface="Calibri"/>
              </a:rPr>
              <a:t>A * B = C      :      Σa</a:t>
            </a:r>
            <a:r>
              <a:rPr lang="en-US" baseline="-25000" dirty="0">
                <a:ea typeface="Calibri"/>
                <a:cs typeface="Calibri"/>
              </a:rPr>
              <a:t>ik</a:t>
            </a:r>
            <a:r>
              <a:rPr lang="en-US" dirty="0">
                <a:ea typeface="Calibri"/>
                <a:cs typeface="Calibri"/>
              </a:rPr>
              <a:t>*</a:t>
            </a:r>
            <a:r>
              <a:rPr lang="en-US" err="1">
                <a:ea typeface="Calibri"/>
                <a:cs typeface="Calibri"/>
              </a:rPr>
              <a:t>b</a:t>
            </a:r>
            <a:r>
              <a:rPr lang="en-US" baseline="-25000" err="1">
                <a:ea typeface="Calibri"/>
                <a:cs typeface="Calibri"/>
              </a:rPr>
              <a:t>kj</a:t>
            </a:r>
            <a:r>
              <a:rPr lang="en-US" dirty="0">
                <a:ea typeface="Calibri"/>
                <a:cs typeface="Calibri"/>
              </a:rPr>
              <a:t> = </a:t>
            </a:r>
            <a:r>
              <a:rPr lang="en-US" err="1">
                <a:ea typeface="Calibri"/>
                <a:cs typeface="Calibri"/>
              </a:rPr>
              <a:t>c</a:t>
            </a:r>
            <a:r>
              <a:rPr lang="en-US" baseline="-25000" err="1">
                <a:ea typeface="Calibri"/>
                <a:cs typeface="Calibri"/>
              </a:rPr>
              <a:t>ij</a:t>
            </a:r>
            <a:endParaRPr lang="en-US" b="1" i="1" baseline="-25000" err="1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0E2F0A-2807-9E5F-07C7-80F7FE82BF75}"/>
              </a:ext>
            </a:extLst>
          </p:cNvPr>
          <p:cNvSpPr txBox="1"/>
          <p:nvPr/>
        </p:nvSpPr>
        <p:spPr>
          <a:xfrm>
            <a:off x="6095999" y="5959928"/>
            <a:ext cx="55698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cs typeface="Calibri"/>
              </a:rPr>
              <a:t>K=1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EDF923-3254-427C-D11F-CB8EA9CB98ED}"/>
              </a:ext>
            </a:extLst>
          </p:cNvPr>
          <p:cNvSpPr txBox="1"/>
          <p:nvPr/>
        </p:nvSpPr>
        <p:spPr>
          <a:xfrm>
            <a:off x="6132285" y="5624285"/>
            <a:ext cx="366486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00" dirty="0">
                <a:cs typeface="Calibri"/>
              </a:rPr>
              <a:t>m</a:t>
            </a:r>
            <a:endParaRPr lang="en-US" sz="10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64169F-7E97-7390-1084-74A208439764}"/>
              </a:ext>
            </a:extLst>
          </p:cNvPr>
          <p:cNvSpPr txBox="1"/>
          <p:nvPr/>
        </p:nvSpPr>
        <p:spPr>
          <a:xfrm>
            <a:off x="2064834" y="3490332"/>
            <a:ext cx="1228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Shape : n x m</a:t>
            </a:r>
            <a:endParaRPr lang="en-US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6882D8-9BFB-03A6-B6CC-9DC204A2D2AC}"/>
              </a:ext>
            </a:extLst>
          </p:cNvPr>
          <p:cNvSpPr txBox="1"/>
          <p:nvPr/>
        </p:nvSpPr>
        <p:spPr>
          <a:xfrm>
            <a:off x="5423210" y="3494049"/>
            <a:ext cx="1228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Shape : m x l</a:t>
            </a:r>
            <a:endParaRPr 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FE3172-EE37-C17B-6EE5-AC222371C773}"/>
              </a:ext>
            </a:extLst>
          </p:cNvPr>
          <p:cNvSpPr txBox="1"/>
          <p:nvPr/>
        </p:nvSpPr>
        <p:spPr>
          <a:xfrm>
            <a:off x="8499088" y="3484756"/>
            <a:ext cx="122849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>
                <a:cs typeface="Calibri"/>
              </a:rPr>
              <a:t>Shape : n x l</a:t>
            </a:r>
            <a:endParaRPr lang="en-US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8A517E1-D4BB-2981-E724-B8F21CE1D346}"/>
              </a:ext>
            </a:extLst>
          </p:cNvPr>
          <p:cNvSpPr txBox="1"/>
          <p:nvPr/>
        </p:nvSpPr>
        <p:spPr>
          <a:xfrm>
            <a:off x="4240251" y="6255834"/>
            <a:ext cx="450880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c</a:t>
            </a:r>
            <a:r>
              <a:rPr lang="en-US" baseline="-25000" dirty="0">
                <a:cs typeface="Calibri"/>
              </a:rPr>
              <a:t>12</a:t>
            </a:r>
            <a:r>
              <a:rPr lang="en-US" dirty="0">
                <a:cs typeface="Calibri"/>
              </a:rPr>
              <a:t> = a</a:t>
            </a:r>
            <a:r>
              <a:rPr lang="en-US" baseline="-25000" dirty="0">
                <a:cs typeface="Calibri"/>
              </a:rPr>
              <a:t>11</a:t>
            </a:r>
            <a:r>
              <a:rPr lang="en-US" dirty="0">
                <a:cs typeface="Calibri"/>
              </a:rPr>
              <a:t>*b</a:t>
            </a:r>
            <a:r>
              <a:rPr lang="en-US" baseline="-25000" dirty="0">
                <a:cs typeface="Calibri"/>
              </a:rPr>
              <a:t>12</a:t>
            </a:r>
            <a:r>
              <a:rPr lang="en-US" dirty="0">
                <a:cs typeface="Calibri"/>
              </a:rPr>
              <a:t> + a</a:t>
            </a:r>
            <a:r>
              <a:rPr lang="en-US" baseline="-25000" dirty="0">
                <a:cs typeface="Calibri"/>
              </a:rPr>
              <a:t>12</a:t>
            </a:r>
            <a:r>
              <a:rPr lang="en-US" dirty="0">
                <a:cs typeface="Calibri"/>
              </a:rPr>
              <a:t>*b</a:t>
            </a:r>
            <a:r>
              <a:rPr lang="en-US" baseline="-25000" dirty="0">
                <a:cs typeface="Calibri"/>
              </a:rPr>
              <a:t>22</a:t>
            </a:r>
            <a:r>
              <a:rPr lang="en-US" dirty="0">
                <a:cs typeface="Calibri"/>
              </a:rPr>
              <a:t> + a</a:t>
            </a:r>
            <a:r>
              <a:rPr lang="en-US" baseline="-25000" dirty="0">
                <a:cs typeface="Calibri"/>
              </a:rPr>
              <a:t>13</a:t>
            </a:r>
            <a:r>
              <a:rPr lang="en-US" dirty="0">
                <a:cs typeface="Calibri"/>
              </a:rPr>
              <a:t>*b</a:t>
            </a:r>
            <a:r>
              <a:rPr lang="en-US" baseline="-25000" dirty="0">
                <a:cs typeface="Calibri"/>
              </a:rPr>
              <a:t>32</a:t>
            </a:r>
            <a:r>
              <a:rPr lang="en-US" dirty="0">
                <a:cs typeface="Calibri"/>
              </a:rPr>
              <a:t> + … + a</a:t>
            </a:r>
            <a:r>
              <a:rPr lang="en-US" baseline="-25000" dirty="0">
                <a:cs typeface="Calibri"/>
              </a:rPr>
              <a:t>1m</a:t>
            </a:r>
            <a:r>
              <a:rPr lang="en-US" dirty="0">
                <a:cs typeface="Calibri"/>
              </a:rPr>
              <a:t>*b</a:t>
            </a:r>
            <a:r>
              <a:rPr lang="en-US" baseline="-25000" dirty="0">
                <a:cs typeface="Calibri"/>
              </a:rPr>
              <a:t>m2</a:t>
            </a:r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893347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47A5-D1A5-B0C1-1FFD-FBBDD9303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Matrix-Matrix operations : Examples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046FC-3FFB-8026-576B-86C32DF247EE}"/>
              </a:ext>
            </a:extLst>
          </p:cNvPr>
          <p:cNvSpPr txBox="1"/>
          <p:nvPr/>
        </p:nvSpPr>
        <p:spPr>
          <a:xfrm>
            <a:off x="970872" y="1855279"/>
            <a:ext cx="9491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1   2   3</a:t>
            </a:r>
          </a:p>
          <a:p>
            <a:r>
              <a:rPr lang="en-US" dirty="0">
                <a:ea typeface="Calibri"/>
                <a:cs typeface="Calibri"/>
              </a:rPr>
              <a:t>4   5   6</a:t>
            </a:r>
          </a:p>
          <a:p>
            <a:r>
              <a:rPr lang="en-US" dirty="0">
                <a:ea typeface="Calibri"/>
                <a:cs typeface="Calibri"/>
              </a:rPr>
              <a:t>7   8   9</a:t>
            </a:r>
          </a:p>
        </p:txBody>
      </p:sp>
      <p:sp>
        <p:nvSpPr>
          <p:cNvPr id="7" name="Double Bracket 6">
            <a:extLst>
              <a:ext uri="{FF2B5EF4-FFF2-40B4-BE49-F238E27FC236}">
                <a16:creationId xmlns:a16="http://schemas.microsoft.com/office/drawing/2014/main" id="{46C8574E-831C-AC66-0507-D0DF8309A38F}"/>
              </a:ext>
            </a:extLst>
          </p:cNvPr>
          <p:cNvSpPr/>
          <p:nvPr/>
        </p:nvSpPr>
        <p:spPr>
          <a:xfrm>
            <a:off x="912998" y="1864924"/>
            <a:ext cx="916329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2FA1C-FC99-1B24-0770-F66E82CE434B}"/>
              </a:ext>
            </a:extLst>
          </p:cNvPr>
          <p:cNvSpPr txBox="1"/>
          <p:nvPr/>
        </p:nvSpPr>
        <p:spPr>
          <a:xfrm>
            <a:off x="1923143" y="2131785"/>
            <a:ext cx="330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*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3DD4D3-C288-F36B-F35E-38ECF3287FAD}"/>
              </a:ext>
            </a:extLst>
          </p:cNvPr>
          <p:cNvSpPr txBox="1"/>
          <p:nvPr/>
        </p:nvSpPr>
        <p:spPr>
          <a:xfrm>
            <a:off x="2277157" y="1855278"/>
            <a:ext cx="9491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1   2   3</a:t>
            </a:r>
          </a:p>
          <a:p>
            <a:r>
              <a:rPr lang="en-US" dirty="0">
                <a:ea typeface="Calibri"/>
                <a:cs typeface="Calibri"/>
              </a:rPr>
              <a:t>4   5   6</a:t>
            </a:r>
          </a:p>
          <a:p>
            <a:r>
              <a:rPr lang="en-US" dirty="0">
                <a:ea typeface="Calibri"/>
                <a:cs typeface="Calibri"/>
              </a:rPr>
              <a:t>7   8   9</a:t>
            </a:r>
          </a:p>
        </p:txBody>
      </p:sp>
      <p:sp>
        <p:nvSpPr>
          <p:cNvPr id="11" name="Double Bracket 10">
            <a:extLst>
              <a:ext uri="{FF2B5EF4-FFF2-40B4-BE49-F238E27FC236}">
                <a16:creationId xmlns:a16="http://schemas.microsoft.com/office/drawing/2014/main" id="{0D51AAA4-1E1E-5117-2F8E-E52D49A5AA1E}"/>
              </a:ext>
            </a:extLst>
          </p:cNvPr>
          <p:cNvSpPr/>
          <p:nvPr/>
        </p:nvSpPr>
        <p:spPr>
          <a:xfrm>
            <a:off x="2219283" y="1864923"/>
            <a:ext cx="916329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AE028F-F755-AA94-6A0C-D9BEF53C2170}"/>
              </a:ext>
            </a:extLst>
          </p:cNvPr>
          <p:cNvSpPr txBox="1"/>
          <p:nvPr/>
        </p:nvSpPr>
        <p:spPr>
          <a:xfrm>
            <a:off x="3193142" y="2086428"/>
            <a:ext cx="330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=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EE8428-7863-FCBB-11F4-206A56FDB89E}"/>
              </a:ext>
            </a:extLst>
          </p:cNvPr>
          <p:cNvSpPr txBox="1"/>
          <p:nvPr/>
        </p:nvSpPr>
        <p:spPr>
          <a:xfrm>
            <a:off x="3519943" y="1855277"/>
            <a:ext cx="158412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30     36    42</a:t>
            </a:r>
          </a:p>
          <a:p>
            <a:r>
              <a:rPr lang="en-US" dirty="0">
                <a:ea typeface="Calibri"/>
                <a:cs typeface="Calibri"/>
              </a:rPr>
              <a:t>66     81    96</a:t>
            </a:r>
          </a:p>
          <a:p>
            <a:r>
              <a:rPr lang="en-US" dirty="0">
                <a:ea typeface="Calibri"/>
                <a:cs typeface="Calibri"/>
              </a:rPr>
              <a:t>102   126  150</a:t>
            </a:r>
          </a:p>
        </p:txBody>
      </p:sp>
      <p:sp>
        <p:nvSpPr>
          <p:cNvPr id="14" name="Double Bracket 13">
            <a:extLst>
              <a:ext uri="{FF2B5EF4-FFF2-40B4-BE49-F238E27FC236}">
                <a16:creationId xmlns:a16="http://schemas.microsoft.com/office/drawing/2014/main" id="{174A63F0-D8B2-2E37-351C-AB860A98E2D5}"/>
              </a:ext>
            </a:extLst>
          </p:cNvPr>
          <p:cNvSpPr/>
          <p:nvPr/>
        </p:nvSpPr>
        <p:spPr>
          <a:xfrm>
            <a:off x="3516497" y="1864922"/>
            <a:ext cx="1433400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B69AEA-111A-FEC6-9CD2-044986D4BCDA}"/>
              </a:ext>
            </a:extLst>
          </p:cNvPr>
          <p:cNvSpPr txBox="1"/>
          <p:nvPr/>
        </p:nvSpPr>
        <p:spPr>
          <a:xfrm>
            <a:off x="1007157" y="3125278"/>
            <a:ext cx="9491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1   2   3</a:t>
            </a:r>
          </a:p>
          <a:p>
            <a:r>
              <a:rPr lang="en-US" dirty="0">
                <a:ea typeface="Calibri"/>
                <a:cs typeface="Calibri"/>
              </a:rPr>
              <a:t>4   5   6</a:t>
            </a:r>
          </a:p>
          <a:p>
            <a:r>
              <a:rPr lang="en-US" dirty="0">
                <a:ea typeface="Calibri"/>
                <a:cs typeface="Calibri"/>
              </a:rPr>
              <a:t>7   8   9</a:t>
            </a:r>
          </a:p>
        </p:txBody>
      </p:sp>
      <p:sp>
        <p:nvSpPr>
          <p:cNvPr id="16" name="Double Bracket 15">
            <a:extLst>
              <a:ext uri="{FF2B5EF4-FFF2-40B4-BE49-F238E27FC236}">
                <a16:creationId xmlns:a16="http://schemas.microsoft.com/office/drawing/2014/main" id="{7E6AA313-FF0E-51B5-9979-AD3D310F1B7A}"/>
              </a:ext>
            </a:extLst>
          </p:cNvPr>
          <p:cNvSpPr/>
          <p:nvPr/>
        </p:nvSpPr>
        <p:spPr>
          <a:xfrm>
            <a:off x="949283" y="3134923"/>
            <a:ext cx="916329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131ACB-A7D0-A3F7-0D4E-18BDC36D930B}"/>
              </a:ext>
            </a:extLst>
          </p:cNvPr>
          <p:cNvSpPr txBox="1"/>
          <p:nvPr/>
        </p:nvSpPr>
        <p:spPr>
          <a:xfrm>
            <a:off x="1959428" y="3401784"/>
            <a:ext cx="330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+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F11424-EFB7-7753-D1D1-D080450CD51A}"/>
              </a:ext>
            </a:extLst>
          </p:cNvPr>
          <p:cNvSpPr txBox="1"/>
          <p:nvPr/>
        </p:nvSpPr>
        <p:spPr>
          <a:xfrm>
            <a:off x="2313442" y="3125277"/>
            <a:ext cx="9491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2   3   1</a:t>
            </a:r>
          </a:p>
          <a:p>
            <a:r>
              <a:rPr lang="en-US" dirty="0">
                <a:ea typeface="Calibri"/>
                <a:cs typeface="Calibri"/>
              </a:rPr>
              <a:t>5   6   4</a:t>
            </a:r>
          </a:p>
          <a:p>
            <a:r>
              <a:rPr lang="en-US" dirty="0">
                <a:ea typeface="Calibri"/>
                <a:cs typeface="Calibri"/>
              </a:rPr>
              <a:t>8   9   7</a:t>
            </a:r>
          </a:p>
        </p:txBody>
      </p:sp>
      <p:sp>
        <p:nvSpPr>
          <p:cNvPr id="19" name="Double Bracket 18">
            <a:extLst>
              <a:ext uri="{FF2B5EF4-FFF2-40B4-BE49-F238E27FC236}">
                <a16:creationId xmlns:a16="http://schemas.microsoft.com/office/drawing/2014/main" id="{F6E765F2-E5E6-83C9-C921-8CDD54892312}"/>
              </a:ext>
            </a:extLst>
          </p:cNvPr>
          <p:cNvSpPr/>
          <p:nvPr/>
        </p:nvSpPr>
        <p:spPr>
          <a:xfrm>
            <a:off x="2255568" y="3134922"/>
            <a:ext cx="916329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FB25ED-27EA-87F2-ED1D-9A3BFE36C315}"/>
              </a:ext>
            </a:extLst>
          </p:cNvPr>
          <p:cNvSpPr txBox="1"/>
          <p:nvPr/>
        </p:nvSpPr>
        <p:spPr>
          <a:xfrm>
            <a:off x="3229427" y="3356427"/>
            <a:ext cx="330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=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90F21B-7852-CACF-751E-DDA5A4893D6B}"/>
              </a:ext>
            </a:extLst>
          </p:cNvPr>
          <p:cNvSpPr txBox="1"/>
          <p:nvPr/>
        </p:nvSpPr>
        <p:spPr>
          <a:xfrm>
            <a:off x="3556228" y="3134347"/>
            <a:ext cx="12212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3    5    4</a:t>
            </a:r>
          </a:p>
          <a:p>
            <a:r>
              <a:rPr lang="en-US" dirty="0">
                <a:ea typeface="Calibri"/>
                <a:cs typeface="Calibri"/>
              </a:rPr>
              <a:t>9    11  10</a:t>
            </a:r>
          </a:p>
          <a:p>
            <a:r>
              <a:rPr lang="en-US" dirty="0">
                <a:ea typeface="Calibri"/>
                <a:cs typeface="Calibri"/>
              </a:rPr>
              <a:t>15  17  16</a:t>
            </a:r>
          </a:p>
        </p:txBody>
      </p:sp>
      <p:sp>
        <p:nvSpPr>
          <p:cNvPr id="22" name="Double Bracket 21">
            <a:extLst>
              <a:ext uri="{FF2B5EF4-FFF2-40B4-BE49-F238E27FC236}">
                <a16:creationId xmlns:a16="http://schemas.microsoft.com/office/drawing/2014/main" id="{B0D2209A-D310-C560-EB41-24728FF8BDFE}"/>
              </a:ext>
            </a:extLst>
          </p:cNvPr>
          <p:cNvSpPr/>
          <p:nvPr/>
        </p:nvSpPr>
        <p:spPr>
          <a:xfrm>
            <a:off x="3552782" y="3125850"/>
            <a:ext cx="1152186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082A8E-8878-2D47-35AA-B219E777DDBD}"/>
              </a:ext>
            </a:extLst>
          </p:cNvPr>
          <p:cNvSpPr txBox="1"/>
          <p:nvPr/>
        </p:nvSpPr>
        <p:spPr>
          <a:xfrm>
            <a:off x="1007156" y="4422491"/>
            <a:ext cx="9491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1   2   3</a:t>
            </a:r>
          </a:p>
          <a:p>
            <a:r>
              <a:rPr lang="en-US" dirty="0">
                <a:ea typeface="Calibri"/>
                <a:cs typeface="Calibri"/>
              </a:rPr>
              <a:t>4   5   6</a:t>
            </a:r>
          </a:p>
          <a:p>
            <a:r>
              <a:rPr lang="en-US" dirty="0">
                <a:ea typeface="Calibri"/>
                <a:cs typeface="Calibri"/>
              </a:rPr>
              <a:t>7   8   9</a:t>
            </a:r>
          </a:p>
        </p:txBody>
      </p:sp>
      <p:sp>
        <p:nvSpPr>
          <p:cNvPr id="24" name="Double Bracket 23">
            <a:extLst>
              <a:ext uri="{FF2B5EF4-FFF2-40B4-BE49-F238E27FC236}">
                <a16:creationId xmlns:a16="http://schemas.microsoft.com/office/drawing/2014/main" id="{595F7D45-16AF-C18C-8FBF-79F3DC1B6E51}"/>
              </a:ext>
            </a:extLst>
          </p:cNvPr>
          <p:cNvSpPr/>
          <p:nvPr/>
        </p:nvSpPr>
        <p:spPr>
          <a:xfrm>
            <a:off x="949282" y="4432136"/>
            <a:ext cx="916329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F2AF1A-CED8-FAA6-D9E7-0CAEAA886775}"/>
              </a:ext>
            </a:extLst>
          </p:cNvPr>
          <p:cNvSpPr txBox="1"/>
          <p:nvPr/>
        </p:nvSpPr>
        <p:spPr>
          <a:xfrm>
            <a:off x="1959427" y="4698997"/>
            <a:ext cx="330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+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496D7B-BAC9-1A2D-FA17-88593EB7E087}"/>
              </a:ext>
            </a:extLst>
          </p:cNvPr>
          <p:cNvSpPr txBox="1"/>
          <p:nvPr/>
        </p:nvSpPr>
        <p:spPr>
          <a:xfrm>
            <a:off x="2313441" y="4431561"/>
            <a:ext cx="35948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2</a:t>
            </a:r>
          </a:p>
          <a:p>
            <a:r>
              <a:rPr lang="en-US" dirty="0">
                <a:ea typeface="Calibri"/>
                <a:cs typeface="Calibri"/>
              </a:rPr>
              <a:t>5</a:t>
            </a:r>
          </a:p>
          <a:p>
            <a:r>
              <a:rPr lang="en-US" dirty="0">
                <a:ea typeface="Calibri"/>
                <a:cs typeface="Calibri"/>
              </a:rPr>
              <a:t>8 </a:t>
            </a:r>
          </a:p>
        </p:txBody>
      </p:sp>
      <p:sp>
        <p:nvSpPr>
          <p:cNvPr id="27" name="Double Bracket 26">
            <a:extLst>
              <a:ext uri="{FF2B5EF4-FFF2-40B4-BE49-F238E27FC236}">
                <a16:creationId xmlns:a16="http://schemas.microsoft.com/office/drawing/2014/main" id="{74DEB875-9AA4-8D83-F81F-AA8C8F0B1C52}"/>
              </a:ext>
            </a:extLst>
          </p:cNvPr>
          <p:cNvSpPr/>
          <p:nvPr/>
        </p:nvSpPr>
        <p:spPr>
          <a:xfrm>
            <a:off x="2246496" y="4423064"/>
            <a:ext cx="435543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4CEC5D-787E-C56D-51F3-310CD26ABAEC}"/>
              </a:ext>
            </a:extLst>
          </p:cNvPr>
          <p:cNvSpPr txBox="1"/>
          <p:nvPr/>
        </p:nvSpPr>
        <p:spPr>
          <a:xfrm>
            <a:off x="2712355" y="4698997"/>
            <a:ext cx="330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=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8D5066-7FA8-8B40-DB08-BE63B5A1FA56}"/>
              </a:ext>
            </a:extLst>
          </p:cNvPr>
          <p:cNvSpPr txBox="1"/>
          <p:nvPr/>
        </p:nvSpPr>
        <p:spPr>
          <a:xfrm>
            <a:off x="3038708" y="4698999"/>
            <a:ext cx="23407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Incompatible shapes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91AF2C-44C2-C885-9685-F1C6C055C5DD}"/>
              </a:ext>
            </a:extLst>
          </p:cNvPr>
          <p:cNvSpPr txBox="1"/>
          <p:nvPr/>
        </p:nvSpPr>
        <p:spPr>
          <a:xfrm>
            <a:off x="6186943" y="1809921"/>
            <a:ext cx="9491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1   2   3</a:t>
            </a:r>
          </a:p>
          <a:p>
            <a:r>
              <a:rPr lang="en-US" dirty="0">
                <a:ea typeface="Calibri"/>
                <a:cs typeface="Calibri"/>
              </a:rPr>
              <a:t>4   5   6</a:t>
            </a:r>
          </a:p>
          <a:p>
            <a:r>
              <a:rPr lang="en-US" dirty="0">
                <a:ea typeface="Calibri"/>
                <a:cs typeface="Calibri"/>
              </a:rPr>
              <a:t>7   8   9</a:t>
            </a:r>
          </a:p>
        </p:txBody>
      </p:sp>
      <p:sp>
        <p:nvSpPr>
          <p:cNvPr id="33" name="Double Bracket 32">
            <a:extLst>
              <a:ext uri="{FF2B5EF4-FFF2-40B4-BE49-F238E27FC236}">
                <a16:creationId xmlns:a16="http://schemas.microsoft.com/office/drawing/2014/main" id="{8B95F496-DF60-FCDB-5587-04B5DA562C18}"/>
              </a:ext>
            </a:extLst>
          </p:cNvPr>
          <p:cNvSpPr/>
          <p:nvPr/>
        </p:nvSpPr>
        <p:spPr>
          <a:xfrm>
            <a:off x="6129069" y="1819566"/>
            <a:ext cx="916329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AE0BF1-6B6F-BE34-ABD8-49E368813409}"/>
              </a:ext>
            </a:extLst>
          </p:cNvPr>
          <p:cNvSpPr txBox="1"/>
          <p:nvPr/>
        </p:nvSpPr>
        <p:spPr>
          <a:xfrm>
            <a:off x="7139214" y="2086427"/>
            <a:ext cx="330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*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BEB91B1-8F76-3B3E-23C2-C67735F75478}"/>
              </a:ext>
            </a:extLst>
          </p:cNvPr>
          <p:cNvSpPr txBox="1"/>
          <p:nvPr/>
        </p:nvSpPr>
        <p:spPr>
          <a:xfrm>
            <a:off x="7493228" y="1818991"/>
            <a:ext cx="34133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1</a:t>
            </a:r>
          </a:p>
          <a:p>
            <a:r>
              <a:rPr lang="en-US" dirty="0">
                <a:ea typeface="Calibri"/>
                <a:cs typeface="Calibri"/>
              </a:rPr>
              <a:t>4</a:t>
            </a:r>
          </a:p>
          <a:p>
            <a:r>
              <a:rPr lang="en-US" dirty="0">
                <a:ea typeface="Calibri"/>
                <a:cs typeface="Calibri"/>
              </a:rPr>
              <a:t>7</a:t>
            </a:r>
          </a:p>
        </p:txBody>
      </p:sp>
      <p:sp>
        <p:nvSpPr>
          <p:cNvPr id="36" name="Double Bracket 35">
            <a:extLst>
              <a:ext uri="{FF2B5EF4-FFF2-40B4-BE49-F238E27FC236}">
                <a16:creationId xmlns:a16="http://schemas.microsoft.com/office/drawing/2014/main" id="{C21A4378-7F36-DFB0-D346-B989D7F7ABF2}"/>
              </a:ext>
            </a:extLst>
          </p:cNvPr>
          <p:cNvSpPr/>
          <p:nvPr/>
        </p:nvSpPr>
        <p:spPr>
          <a:xfrm>
            <a:off x="7435354" y="1810494"/>
            <a:ext cx="399258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E2732F-728C-FB47-82EA-0141D1B524E6}"/>
              </a:ext>
            </a:extLst>
          </p:cNvPr>
          <p:cNvSpPr txBox="1"/>
          <p:nvPr/>
        </p:nvSpPr>
        <p:spPr>
          <a:xfrm>
            <a:off x="7883070" y="2086427"/>
            <a:ext cx="330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=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AAF367-C227-634E-5520-B4EE75D018B9}"/>
              </a:ext>
            </a:extLst>
          </p:cNvPr>
          <p:cNvSpPr txBox="1"/>
          <p:nvPr/>
        </p:nvSpPr>
        <p:spPr>
          <a:xfrm>
            <a:off x="8191728" y="1818990"/>
            <a:ext cx="54090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30</a:t>
            </a:r>
          </a:p>
          <a:p>
            <a:r>
              <a:rPr lang="en-US" dirty="0">
                <a:ea typeface="Calibri"/>
                <a:cs typeface="Calibri"/>
              </a:rPr>
              <a:t>66</a:t>
            </a:r>
          </a:p>
          <a:p>
            <a:r>
              <a:rPr lang="en-US" dirty="0">
                <a:ea typeface="Calibri"/>
                <a:cs typeface="Calibri"/>
              </a:rPr>
              <a:t>102</a:t>
            </a:r>
          </a:p>
        </p:txBody>
      </p:sp>
      <p:sp>
        <p:nvSpPr>
          <p:cNvPr id="39" name="Double Bracket 38">
            <a:extLst>
              <a:ext uri="{FF2B5EF4-FFF2-40B4-BE49-F238E27FC236}">
                <a16:creationId xmlns:a16="http://schemas.microsoft.com/office/drawing/2014/main" id="{272459E1-B36C-D218-B051-1E23238CAA6E}"/>
              </a:ext>
            </a:extLst>
          </p:cNvPr>
          <p:cNvSpPr/>
          <p:nvPr/>
        </p:nvSpPr>
        <p:spPr>
          <a:xfrm>
            <a:off x="8188282" y="1810493"/>
            <a:ext cx="544401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B7A30DE-68E9-4E0F-4C70-5A9BF5B59C99}"/>
              </a:ext>
            </a:extLst>
          </p:cNvPr>
          <p:cNvSpPr txBox="1"/>
          <p:nvPr/>
        </p:nvSpPr>
        <p:spPr>
          <a:xfrm>
            <a:off x="7348085" y="3070849"/>
            <a:ext cx="9491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1   2   3</a:t>
            </a:r>
          </a:p>
          <a:p>
            <a:r>
              <a:rPr lang="en-US" dirty="0">
                <a:ea typeface="Calibri"/>
                <a:cs typeface="Calibri"/>
              </a:rPr>
              <a:t>4   5   6</a:t>
            </a:r>
          </a:p>
          <a:p>
            <a:r>
              <a:rPr lang="en-US" dirty="0">
                <a:ea typeface="Calibri"/>
                <a:cs typeface="Calibri"/>
              </a:rPr>
              <a:t>7   8   9</a:t>
            </a:r>
          </a:p>
        </p:txBody>
      </p:sp>
      <p:sp>
        <p:nvSpPr>
          <p:cNvPr id="41" name="Double Bracket 40">
            <a:extLst>
              <a:ext uri="{FF2B5EF4-FFF2-40B4-BE49-F238E27FC236}">
                <a16:creationId xmlns:a16="http://schemas.microsoft.com/office/drawing/2014/main" id="{F75D262D-5E24-1677-A668-2EAFD8DA97D6}"/>
              </a:ext>
            </a:extLst>
          </p:cNvPr>
          <p:cNvSpPr/>
          <p:nvPr/>
        </p:nvSpPr>
        <p:spPr>
          <a:xfrm>
            <a:off x="7290211" y="3080494"/>
            <a:ext cx="916329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D961A9E-5DFD-C818-41F8-00FF5A98D344}"/>
              </a:ext>
            </a:extLst>
          </p:cNvPr>
          <p:cNvSpPr txBox="1"/>
          <p:nvPr/>
        </p:nvSpPr>
        <p:spPr>
          <a:xfrm>
            <a:off x="6477228" y="3098062"/>
            <a:ext cx="34133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2</a:t>
            </a:r>
          </a:p>
          <a:p>
            <a:r>
              <a:rPr lang="en-US" dirty="0">
                <a:ea typeface="Calibri"/>
                <a:cs typeface="Calibri"/>
              </a:rPr>
              <a:t>5</a:t>
            </a:r>
          </a:p>
          <a:p>
            <a:r>
              <a:rPr lang="en-US" dirty="0">
                <a:ea typeface="Calibri"/>
                <a:cs typeface="Calibri"/>
              </a:rPr>
              <a:t>8</a:t>
            </a:r>
          </a:p>
        </p:txBody>
      </p:sp>
      <p:sp>
        <p:nvSpPr>
          <p:cNvPr id="43" name="Double Bracket 42">
            <a:extLst>
              <a:ext uri="{FF2B5EF4-FFF2-40B4-BE49-F238E27FC236}">
                <a16:creationId xmlns:a16="http://schemas.microsoft.com/office/drawing/2014/main" id="{8C130CEC-8726-2B93-67D8-6EC87FAA78D0}"/>
              </a:ext>
            </a:extLst>
          </p:cNvPr>
          <p:cNvSpPr/>
          <p:nvPr/>
        </p:nvSpPr>
        <p:spPr>
          <a:xfrm>
            <a:off x="6392139" y="3107707"/>
            <a:ext cx="435544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EF26C1-501C-EDCE-A46F-4A5A68F83EB1}"/>
              </a:ext>
            </a:extLst>
          </p:cNvPr>
          <p:cNvSpPr txBox="1"/>
          <p:nvPr/>
        </p:nvSpPr>
        <p:spPr>
          <a:xfrm>
            <a:off x="6912427" y="3383640"/>
            <a:ext cx="330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*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E8E239-6E8B-59E2-B9A8-8D8395EF82BC}"/>
              </a:ext>
            </a:extLst>
          </p:cNvPr>
          <p:cNvSpPr txBox="1"/>
          <p:nvPr/>
        </p:nvSpPr>
        <p:spPr>
          <a:xfrm>
            <a:off x="8300356" y="3347355"/>
            <a:ext cx="3029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=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0AE31FB-0746-61A6-DE39-21ABE8D8FEB6}"/>
              </a:ext>
            </a:extLst>
          </p:cNvPr>
          <p:cNvSpPr txBox="1"/>
          <p:nvPr/>
        </p:nvSpPr>
        <p:spPr>
          <a:xfrm>
            <a:off x="8518071" y="3356647"/>
            <a:ext cx="230356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Incompatible shapes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917844D-3838-D4F5-C910-6094EFEC75C9}"/>
              </a:ext>
            </a:extLst>
          </p:cNvPr>
          <p:cNvSpPr txBox="1"/>
          <p:nvPr/>
        </p:nvSpPr>
        <p:spPr>
          <a:xfrm>
            <a:off x="7366227" y="4313634"/>
            <a:ext cx="94912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1   2   3</a:t>
            </a:r>
          </a:p>
          <a:p>
            <a:r>
              <a:rPr lang="en-US" dirty="0">
                <a:ea typeface="Calibri"/>
                <a:cs typeface="Calibri"/>
              </a:rPr>
              <a:t>4   5   6</a:t>
            </a:r>
          </a:p>
          <a:p>
            <a:r>
              <a:rPr lang="en-US" dirty="0">
                <a:ea typeface="Calibri"/>
                <a:cs typeface="Calibri"/>
              </a:rPr>
              <a:t>7   8   9</a:t>
            </a:r>
          </a:p>
        </p:txBody>
      </p:sp>
      <p:sp>
        <p:nvSpPr>
          <p:cNvPr id="48" name="Double Bracket 47">
            <a:extLst>
              <a:ext uri="{FF2B5EF4-FFF2-40B4-BE49-F238E27FC236}">
                <a16:creationId xmlns:a16="http://schemas.microsoft.com/office/drawing/2014/main" id="{43EA9E09-2BCA-E370-F7B4-17A20DE96FF4}"/>
              </a:ext>
            </a:extLst>
          </p:cNvPr>
          <p:cNvSpPr/>
          <p:nvPr/>
        </p:nvSpPr>
        <p:spPr>
          <a:xfrm>
            <a:off x="7308353" y="4323279"/>
            <a:ext cx="916329" cy="9163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96B282-0A36-5C0C-2791-33C2CB4C9EB2}"/>
              </a:ext>
            </a:extLst>
          </p:cNvPr>
          <p:cNvSpPr txBox="1"/>
          <p:nvPr/>
        </p:nvSpPr>
        <p:spPr>
          <a:xfrm>
            <a:off x="6930569" y="4626425"/>
            <a:ext cx="330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*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44910A8-BE16-6E5C-D270-6F17F08EEB3D}"/>
              </a:ext>
            </a:extLst>
          </p:cNvPr>
          <p:cNvSpPr txBox="1"/>
          <p:nvPr/>
        </p:nvSpPr>
        <p:spPr>
          <a:xfrm>
            <a:off x="6105300" y="4594849"/>
            <a:ext cx="94912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1   2   3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53" name="Double Bracket 52">
            <a:extLst>
              <a:ext uri="{FF2B5EF4-FFF2-40B4-BE49-F238E27FC236}">
                <a16:creationId xmlns:a16="http://schemas.microsoft.com/office/drawing/2014/main" id="{4B741C42-2A9D-8C13-6052-791929C43D80}"/>
              </a:ext>
            </a:extLst>
          </p:cNvPr>
          <p:cNvSpPr/>
          <p:nvPr/>
        </p:nvSpPr>
        <p:spPr>
          <a:xfrm>
            <a:off x="6047426" y="4595423"/>
            <a:ext cx="916329" cy="426472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AFB11D-4388-BAD2-E438-1C4110ECDE78}"/>
              </a:ext>
            </a:extLst>
          </p:cNvPr>
          <p:cNvSpPr txBox="1"/>
          <p:nvPr/>
        </p:nvSpPr>
        <p:spPr>
          <a:xfrm>
            <a:off x="8318500" y="4626428"/>
            <a:ext cx="3029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=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C5706B-DF09-8EDB-5770-97AF6896ABBC}"/>
              </a:ext>
            </a:extLst>
          </p:cNvPr>
          <p:cNvSpPr txBox="1"/>
          <p:nvPr/>
        </p:nvSpPr>
        <p:spPr>
          <a:xfrm>
            <a:off x="8618085" y="4622062"/>
            <a:ext cx="132105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30   36   42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56" name="Double Bracket 55">
            <a:extLst>
              <a:ext uri="{FF2B5EF4-FFF2-40B4-BE49-F238E27FC236}">
                <a16:creationId xmlns:a16="http://schemas.microsoft.com/office/drawing/2014/main" id="{1B8A2BBE-D63C-F972-4712-0CCF87F38D8B}"/>
              </a:ext>
            </a:extLst>
          </p:cNvPr>
          <p:cNvSpPr/>
          <p:nvPr/>
        </p:nvSpPr>
        <p:spPr>
          <a:xfrm>
            <a:off x="8569282" y="4622636"/>
            <a:ext cx="1206614" cy="444614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41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03449-77B9-1CB2-4B6A-B8C73D027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Some properties of these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C8D6E-4998-855A-5B02-289D2BCF4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cs typeface="Calibri"/>
              </a:rPr>
              <a:t>Commutative </a:t>
            </a:r>
            <a:r>
              <a:rPr lang="en-US" dirty="0">
                <a:cs typeface="Calibri"/>
              </a:rPr>
              <a:t>: Changing the order of operands does not change the result</a:t>
            </a:r>
          </a:p>
          <a:p>
            <a:pPr lvl="1"/>
            <a:r>
              <a:rPr lang="en-US" dirty="0" err="1">
                <a:cs typeface="Calibri"/>
              </a:rPr>
              <a:t>A+y</a:t>
            </a:r>
            <a:r>
              <a:rPr lang="en-US" dirty="0">
                <a:cs typeface="Calibri"/>
              </a:rPr>
              <a:t> = </a:t>
            </a:r>
            <a:r>
              <a:rPr lang="en-US" dirty="0" err="1">
                <a:cs typeface="Calibri"/>
              </a:rPr>
              <a:t>y+A</a:t>
            </a:r>
            <a:endParaRPr lang="en-US">
              <a:cs typeface="Calibri"/>
            </a:endParaRPr>
          </a:p>
          <a:p>
            <a:pPr lvl="1"/>
            <a:r>
              <a:rPr lang="en-US" dirty="0">
                <a:solidFill>
                  <a:srgbClr val="FF0000"/>
                </a:solidFill>
                <a:cs typeface="Calibri"/>
              </a:rPr>
              <a:t>A*B ≠ B*A</a:t>
            </a:r>
          </a:p>
          <a:p>
            <a:r>
              <a:rPr lang="en-US" b="1" dirty="0">
                <a:cs typeface="Calibri"/>
              </a:rPr>
              <a:t>Associative : </a:t>
            </a:r>
            <a:r>
              <a:rPr lang="en-US" dirty="0">
                <a:cs typeface="Calibri"/>
              </a:rPr>
              <a:t>Rearranging the parentheses in an expression does not change the result</a:t>
            </a:r>
          </a:p>
          <a:p>
            <a:pPr lvl="1"/>
            <a:r>
              <a:rPr lang="en-US" dirty="0">
                <a:cs typeface="Calibri"/>
              </a:rPr>
              <a:t>(A*B)*C = A*(B*C)</a:t>
            </a:r>
          </a:p>
          <a:p>
            <a:r>
              <a:rPr lang="en-US" b="1" dirty="0">
                <a:cs typeface="Calibri"/>
              </a:rPr>
              <a:t>Distributive : </a:t>
            </a:r>
            <a:r>
              <a:rPr lang="en-US" dirty="0">
                <a:cs typeface="Calibri"/>
              </a:rPr>
              <a:t>A*(B+C) = A*B + A*C</a:t>
            </a: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7014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F0A8-8A5A-04EE-4ECC-5736B7C60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Identity Matrix</a:t>
            </a:r>
            <a:endParaRPr lang="en-US" i="1" dirty="0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DD3CC-DC64-D488-D057-BDEF72679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672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 matrix that is multiplied by identity matrix is equal to itself.</a:t>
            </a:r>
          </a:p>
          <a:p>
            <a:pPr lvl="1"/>
            <a:r>
              <a:rPr lang="en-US" dirty="0">
                <a:cs typeface="Calibri"/>
              </a:rPr>
              <a:t>Similar to a number that is multiplied by 1 being equal to itself.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D5E91F-308B-CDDA-0DA3-363BEC823FAD}"/>
              </a:ext>
            </a:extLst>
          </p:cNvPr>
          <p:cNvSpPr txBox="1"/>
          <p:nvPr/>
        </p:nvSpPr>
        <p:spPr>
          <a:xfrm>
            <a:off x="4744357" y="2993571"/>
            <a:ext cx="152762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Calibri"/>
              </a:rPr>
              <a:t>A*I = I*A = A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6365A9-FE6E-28ED-B2B8-D213E5206EE8}"/>
              </a:ext>
            </a:extLst>
          </p:cNvPr>
          <p:cNvSpPr txBox="1"/>
          <p:nvPr/>
        </p:nvSpPr>
        <p:spPr>
          <a:xfrm>
            <a:off x="934357" y="3565071"/>
            <a:ext cx="1077141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Identity matrices are square matrices with all diagonal elements equal to 1 and non-diagonal elements equal to 0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C7ED9F-16B9-C04E-271E-B162587421CF}"/>
              </a:ext>
            </a:extLst>
          </p:cNvPr>
          <p:cNvSpPr txBox="1"/>
          <p:nvPr/>
        </p:nvSpPr>
        <p:spPr>
          <a:xfrm>
            <a:off x="1043214" y="4254499"/>
            <a:ext cx="783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Calibri"/>
              </a:rPr>
              <a:t>I</a:t>
            </a:r>
            <a:r>
              <a:rPr lang="en-US" baseline="-25000" dirty="0">
                <a:cs typeface="Calibri"/>
              </a:rPr>
              <a:t>2x2</a:t>
            </a:r>
            <a:r>
              <a:rPr lang="en-US" dirty="0">
                <a:cs typeface="Calibri"/>
              </a:rPr>
              <a:t> =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E105D-B625-86B0-ECBD-E359D991DD9C}"/>
              </a:ext>
            </a:extLst>
          </p:cNvPr>
          <p:cNvSpPr txBox="1"/>
          <p:nvPr/>
        </p:nvSpPr>
        <p:spPr>
          <a:xfrm>
            <a:off x="1823356" y="4145642"/>
            <a:ext cx="6839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1    0</a:t>
            </a:r>
          </a:p>
          <a:p>
            <a:r>
              <a:rPr lang="en-US" dirty="0">
                <a:cs typeface="Calibri"/>
              </a:rPr>
              <a:t>0    1</a:t>
            </a:r>
          </a:p>
        </p:txBody>
      </p:sp>
      <p:sp>
        <p:nvSpPr>
          <p:cNvPr id="8" name="Double Bracket 7">
            <a:extLst>
              <a:ext uri="{FF2B5EF4-FFF2-40B4-BE49-F238E27FC236}">
                <a16:creationId xmlns:a16="http://schemas.microsoft.com/office/drawing/2014/main" id="{FC89B592-41AE-B3EA-15FF-CCB1F50BD9F0}"/>
              </a:ext>
            </a:extLst>
          </p:cNvPr>
          <p:cNvSpPr/>
          <p:nvPr/>
        </p:nvSpPr>
        <p:spPr>
          <a:xfrm>
            <a:off x="1741714" y="4145642"/>
            <a:ext cx="780143" cy="598715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E4AC91-E095-41C8-F543-5ACCB6FD2925}"/>
              </a:ext>
            </a:extLst>
          </p:cNvPr>
          <p:cNvSpPr txBox="1"/>
          <p:nvPr/>
        </p:nvSpPr>
        <p:spPr>
          <a:xfrm>
            <a:off x="6685642" y="4308927"/>
            <a:ext cx="78377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Calibri"/>
              </a:rPr>
              <a:t>I</a:t>
            </a:r>
            <a:r>
              <a:rPr lang="en-US" baseline="-25000" dirty="0">
                <a:cs typeface="Calibri"/>
              </a:rPr>
              <a:t>3x3</a:t>
            </a:r>
            <a:r>
              <a:rPr lang="en-US" dirty="0">
                <a:cs typeface="Calibri"/>
              </a:rPr>
              <a:t> =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F0F879-5868-6380-6727-E8440DDC4FE4}"/>
              </a:ext>
            </a:extLst>
          </p:cNvPr>
          <p:cNvSpPr txBox="1"/>
          <p:nvPr/>
        </p:nvSpPr>
        <p:spPr>
          <a:xfrm>
            <a:off x="7411355" y="4045856"/>
            <a:ext cx="10377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1    0    0</a:t>
            </a:r>
          </a:p>
          <a:p>
            <a:r>
              <a:rPr lang="en-US" dirty="0">
                <a:cs typeface="Calibri"/>
              </a:rPr>
              <a:t>0    1    0</a:t>
            </a:r>
          </a:p>
          <a:p>
            <a:r>
              <a:rPr lang="en-US" dirty="0">
                <a:cs typeface="Calibri"/>
              </a:rPr>
              <a:t>0    0    1</a:t>
            </a:r>
          </a:p>
        </p:txBody>
      </p:sp>
      <p:sp>
        <p:nvSpPr>
          <p:cNvPr id="11" name="Double Bracket 10">
            <a:extLst>
              <a:ext uri="{FF2B5EF4-FFF2-40B4-BE49-F238E27FC236}">
                <a16:creationId xmlns:a16="http://schemas.microsoft.com/office/drawing/2014/main" id="{323D5253-772F-C64B-E8F7-E2FA1962AF82}"/>
              </a:ext>
            </a:extLst>
          </p:cNvPr>
          <p:cNvSpPr/>
          <p:nvPr/>
        </p:nvSpPr>
        <p:spPr>
          <a:xfrm>
            <a:off x="7329713" y="4045856"/>
            <a:ext cx="1079500" cy="8799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990A30-83F8-935A-C0C7-F313C7EFF177}"/>
              </a:ext>
            </a:extLst>
          </p:cNvPr>
          <p:cNvSpPr txBox="1"/>
          <p:nvPr/>
        </p:nvSpPr>
        <p:spPr>
          <a:xfrm>
            <a:off x="1832427" y="5225141"/>
            <a:ext cx="6839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Calibri"/>
              </a:rPr>
              <a:t>1    0</a:t>
            </a:r>
          </a:p>
          <a:p>
            <a:r>
              <a:rPr lang="en-US" dirty="0">
                <a:cs typeface="Calibri"/>
              </a:rPr>
              <a:t>0    1</a:t>
            </a:r>
          </a:p>
        </p:txBody>
      </p:sp>
      <p:sp>
        <p:nvSpPr>
          <p:cNvPr id="13" name="Double Bracket 12">
            <a:extLst>
              <a:ext uri="{FF2B5EF4-FFF2-40B4-BE49-F238E27FC236}">
                <a16:creationId xmlns:a16="http://schemas.microsoft.com/office/drawing/2014/main" id="{69CC06B7-5603-4F80-F8D2-545D261B57A2}"/>
              </a:ext>
            </a:extLst>
          </p:cNvPr>
          <p:cNvSpPr/>
          <p:nvPr/>
        </p:nvSpPr>
        <p:spPr>
          <a:xfrm>
            <a:off x="1750785" y="5225141"/>
            <a:ext cx="780143" cy="598715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A4BB70-8FED-BD98-8C1C-10AFE943CC6F}"/>
              </a:ext>
            </a:extLst>
          </p:cNvPr>
          <p:cNvSpPr txBox="1"/>
          <p:nvPr/>
        </p:nvSpPr>
        <p:spPr>
          <a:xfrm>
            <a:off x="761998" y="5197926"/>
            <a:ext cx="6839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1    2</a:t>
            </a:r>
          </a:p>
          <a:p>
            <a:r>
              <a:rPr lang="en-US" dirty="0">
                <a:cs typeface="Calibri"/>
              </a:rPr>
              <a:t>3    4</a:t>
            </a:r>
          </a:p>
        </p:txBody>
      </p:sp>
      <p:sp>
        <p:nvSpPr>
          <p:cNvPr id="17" name="Double Bracket 16">
            <a:extLst>
              <a:ext uri="{FF2B5EF4-FFF2-40B4-BE49-F238E27FC236}">
                <a16:creationId xmlns:a16="http://schemas.microsoft.com/office/drawing/2014/main" id="{FBC3E584-E907-5484-820F-C0B251F2D5D6}"/>
              </a:ext>
            </a:extLst>
          </p:cNvPr>
          <p:cNvSpPr/>
          <p:nvPr/>
        </p:nvSpPr>
        <p:spPr>
          <a:xfrm>
            <a:off x="680356" y="5197926"/>
            <a:ext cx="780143" cy="598715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68E57A8-585C-195C-CA88-C86DFC737CB9}"/>
              </a:ext>
            </a:extLst>
          </p:cNvPr>
          <p:cNvSpPr txBox="1"/>
          <p:nvPr/>
        </p:nvSpPr>
        <p:spPr>
          <a:xfrm>
            <a:off x="1460499" y="5333999"/>
            <a:ext cx="2667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*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C8886A-400F-542C-74BE-FDE8C0FBC428}"/>
              </a:ext>
            </a:extLst>
          </p:cNvPr>
          <p:cNvSpPr txBox="1"/>
          <p:nvPr/>
        </p:nvSpPr>
        <p:spPr>
          <a:xfrm>
            <a:off x="2576284" y="5333998"/>
            <a:ext cx="2667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=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638D8D-6506-1484-C517-7E0690694293}"/>
              </a:ext>
            </a:extLst>
          </p:cNvPr>
          <p:cNvSpPr txBox="1"/>
          <p:nvPr/>
        </p:nvSpPr>
        <p:spPr>
          <a:xfrm>
            <a:off x="2966354" y="5243282"/>
            <a:ext cx="6839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1    2</a:t>
            </a:r>
          </a:p>
          <a:p>
            <a:r>
              <a:rPr lang="en-US" dirty="0">
                <a:cs typeface="Calibri"/>
              </a:rPr>
              <a:t>3    4</a:t>
            </a:r>
          </a:p>
        </p:txBody>
      </p:sp>
      <p:sp>
        <p:nvSpPr>
          <p:cNvPr id="21" name="Double Bracket 20">
            <a:extLst>
              <a:ext uri="{FF2B5EF4-FFF2-40B4-BE49-F238E27FC236}">
                <a16:creationId xmlns:a16="http://schemas.microsoft.com/office/drawing/2014/main" id="{89E7C744-F94C-D978-B080-FDD641F9F3C3}"/>
              </a:ext>
            </a:extLst>
          </p:cNvPr>
          <p:cNvSpPr/>
          <p:nvPr/>
        </p:nvSpPr>
        <p:spPr>
          <a:xfrm>
            <a:off x="2884712" y="5243282"/>
            <a:ext cx="780143" cy="598715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F24797-40F1-41EE-E0A9-5EB3B2B66F2A}"/>
              </a:ext>
            </a:extLst>
          </p:cNvPr>
          <p:cNvSpPr txBox="1"/>
          <p:nvPr/>
        </p:nvSpPr>
        <p:spPr>
          <a:xfrm>
            <a:off x="6014353" y="5116283"/>
            <a:ext cx="10377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1    2    3</a:t>
            </a:r>
          </a:p>
          <a:p>
            <a:r>
              <a:rPr lang="en-US" dirty="0">
                <a:cs typeface="Calibri"/>
              </a:rPr>
              <a:t>4    5    6</a:t>
            </a:r>
          </a:p>
          <a:p>
            <a:r>
              <a:rPr lang="en-US" dirty="0">
                <a:cs typeface="Calibri"/>
              </a:rPr>
              <a:t>7    8    9</a:t>
            </a:r>
          </a:p>
        </p:txBody>
      </p:sp>
      <p:sp>
        <p:nvSpPr>
          <p:cNvPr id="23" name="Double Bracket 22">
            <a:extLst>
              <a:ext uri="{FF2B5EF4-FFF2-40B4-BE49-F238E27FC236}">
                <a16:creationId xmlns:a16="http://schemas.microsoft.com/office/drawing/2014/main" id="{C214DD90-A5E0-53B0-A50B-19CC1276424C}"/>
              </a:ext>
            </a:extLst>
          </p:cNvPr>
          <p:cNvSpPr/>
          <p:nvPr/>
        </p:nvSpPr>
        <p:spPr>
          <a:xfrm>
            <a:off x="5932711" y="5116283"/>
            <a:ext cx="1079500" cy="8799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A84BC9-9048-2971-03D5-F55AD677CD3C}"/>
              </a:ext>
            </a:extLst>
          </p:cNvPr>
          <p:cNvSpPr txBox="1"/>
          <p:nvPr/>
        </p:nvSpPr>
        <p:spPr>
          <a:xfrm>
            <a:off x="7048498" y="5388427"/>
            <a:ext cx="2667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*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211D99-2812-3D5F-6B42-7287DFA7942D}"/>
              </a:ext>
            </a:extLst>
          </p:cNvPr>
          <p:cNvSpPr txBox="1"/>
          <p:nvPr/>
        </p:nvSpPr>
        <p:spPr>
          <a:xfrm>
            <a:off x="8499926" y="5315854"/>
            <a:ext cx="2667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>
                <a:cs typeface="Calibri"/>
              </a:rPr>
              <a:t>=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9698E92-AF13-8AA5-E2C0-6912C832D33F}"/>
              </a:ext>
            </a:extLst>
          </p:cNvPr>
          <p:cNvSpPr txBox="1"/>
          <p:nvPr/>
        </p:nvSpPr>
        <p:spPr>
          <a:xfrm>
            <a:off x="8908139" y="5070926"/>
            <a:ext cx="10377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1    2    3</a:t>
            </a:r>
          </a:p>
          <a:p>
            <a:r>
              <a:rPr lang="en-US" dirty="0">
                <a:cs typeface="Calibri"/>
              </a:rPr>
              <a:t>4    5    6</a:t>
            </a:r>
          </a:p>
          <a:p>
            <a:r>
              <a:rPr lang="en-US" dirty="0">
                <a:cs typeface="Calibri"/>
              </a:rPr>
              <a:t>7    8    9</a:t>
            </a:r>
          </a:p>
        </p:txBody>
      </p:sp>
      <p:sp>
        <p:nvSpPr>
          <p:cNvPr id="27" name="Double Bracket 26">
            <a:extLst>
              <a:ext uri="{FF2B5EF4-FFF2-40B4-BE49-F238E27FC236}">
                <a16:creationId xmlns:a16="http://schemas.microsoft.com/office/drawing/2014/main" id="{0837E840-92F0-DE9A-66E0-32902E0A68B4}"/>
              </a:ext>
            </a:extLst>
          </p:cNvPr>
          <p:cNvSpPr/>
          <p:nvPr/>
        </p:nvSpPr>
        <p:spPr>
          <a:xfrm>
            <a:off x="8826497" y="5070926"/>
            <a:ext cx="1079500" cy="8799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1CDAAE-8CA6-5804-2AEF-203BCC467D16}"/>
              </a:ext>
            </a:extLst>
          </p:cNvPr>
          <p:cNvSpPr txBox="1"/>
          <p:nvPr/>
        </p:nvSpPr>
        <p:spPr>
          <a:xfrm>
            <a:off x="7438568" y="5107212"/>
            <a:ext cx="10377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1    0    0</a:t>
            </a:r>
          </a:p>
          <a:p>
            <a:r>
              <a:rPr lang="en-US" dirty="0">
                <a:cs typeface="Calibri"/>
              </a:rPr>
              <a:t>0    1    0</a:t>
            </a:r>
          </a:p>
          <a:p>
            <a:r>
              <a:rPr lang="en-US" dirty="0">
                <a:cs typeface="Calibri"/>
              </a:rPr>
              <a:t>0    0    1</a:t>
            </a:r>
          </a:p>
        </p:txBody>
      </p:sp>
      <p:sp>
        <p:nvSpPr>
          <p:cNvPr id="29" name="Double Bracket 28">
            <a:extLst>
              <a:ext uri="{FF2B5EF4-FFF2-40B4-BE49-F238E27FC236}">
                <a16:creationId xmlns:a16="http://schemas.microsoft.com/office/drawing/2014/main" id="{E8F73F5C-3594-AA48-CE85-4928A9D0FE34}"/>
              </a:ext>
            </a:extLst>
          </p:cNvPr>
          <p:cNvSpPr/>
          <p:nvPr/>
        </p:nvSpPr>
        <p:spPr>
          <a:xfrm>
            <a:off x="7356926" y="5107212"/>
            <a:ext cx="1079500" cy="8799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322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9CB2A-76D0-F757-37D4-F5DB03AFD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Inverse and Transpose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13EA9-8BDF-41BE-5E0A-4C1F594F0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344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If a matrix is multiplied by its inverse, the result is an identity matrix.</a:t>
            </a:r>
          </a:p>
          <a:p>
            <a:pPr lvl="1"/>
            <a:r>
              <a:rPr lang="en-US" dirty="0">
                <a:cs typeface="Calibri"/>
              </a:rPr>
              <a:t>Similar to a number multiplied by its inverse (1/number) resulting in 1.</a:t>
            </a:r>
          </a:p>
          <a:p>
            <a:pPr lvl="1"/>
            <a:endParaRPr lang="en-US" dirty="0">
              <a:cs typeface="Calibri"/>
            </a:endParaRPr>
          </a:p>
          <a:p>
            <a:pPr lvl="1"/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A matrix B is the transpose of matrix A if </a:t>
            </a:r>
            <a:r>
              <a:rPr lang="en-US" dirty="0" err="1">
                <a:cs typeface="Calibri"/>
              </a:rPr>
              <a:t>b</a:t>
            </a:r>
            <a:r>
              <a:rPr lang="en-US" baseline="-25000" dirty="0" err="1">
                <a:cs typeface="Calibri"/>
              </a:rPr>
              <a:t>ij</a:t>
            </a:r>
            <a:r>
              <a:rPr lang="en-US" dirty="0">
                <a:cs typeface="Calibri"/>
              </a:rPr>
              <a:t>=a</a:t>
            </a:r>
            <a:r>
              <a:rPr lang="en-US" baseline="-25000" dirty="0">
                <a:cs typeface="Calibri"/>
              </a:rPr>
              <a:t>ji</a:t>
            </a:r>
            <a:r>
              <a:rPr lang="en-US" dirty="0">
                <a:cs typeface="Calibri"/>
              </a:rPr>
              <a:t>. Transpose of matrix A is represented by A</a:t>
            </a:r>
            <a:r>
              <a:rPr lang="en-US" baseline="30000" dirty="0">
                <a:cs typeface="Calibri"/>
              </a:rPr>
              <a:t>T</a:t>
            </a:r>
            <a:r>
              <a:rPr lang="en-US" dirty="0">
                <a:cs typeface="Calibri"/>
              </a:rPr>
              <a:t>, i.e., B=A</a:t>
            </a:r>
            <a:r>
              <a:rPr lang="en-US" baseline="30000" dirty="0">
                <a:cs typeface="Calibri"/>
              </a:rPr>
              <a:t>T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B915B-0657-4606-6C54-43066B037DF9}"/>
              </a:ext>
            </a:extLst>
          </p:cNvPr>
          <p:cNvSpPr txBox="1"/>
          <p:nvPr/>
        </p:nvSpPr>
        <p:spPr>
          <a:xfrm>
            <a:off x="4744357" y="2812142"/>
            <a:ext cx="17847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cs typeface="Calibri"/>
              </a:rPr>
              <a:t>A*A</a:t>
            </a:r>
            <a:r>
              <a:rPr lang="en-US" b="1" baseline="30000" dirty="0">
                <a:cs typeface="Calibri"/>
              </a:rPr>
              <a:t>-1</a:t>
            </a:r>
            <a:r>
              <a:rPr lang="en-US" b="1" dirty="0">
                <a:cs typeface="Calibri"/>
              </a:rPr>
              <a:t> = A</a:t>
            </a:r>
            <a:r>
              <a:rPr lang="en-US" b="1" baseline="30000" dirty="0">
                <a:cs typeface="Calibri"/>
              </a:rPr>
              <a:t>-1</a:t>
            </a:r>
            <a:r>
              <a:rPr lang="en-US" b="1" dirty="0">
                <a:cs typeface="Calibri"/>
              </a:rPr>
              <a:t>*A = I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D71CBF-5BAD-196B-00C0-8B3FF3992837}"/>
              </a:ext>
            </a:extLst>
          </p:cNvPr>
          <p:cNvSpPr txBox="1"/>
          <p:nvPr/>
        </p:nvSpPr>
        <p:spPr>
          <a:xfrm>
            <a:off x="3158572" y="4789496"/>
            <a:ext cx="4861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A =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241E6C-FF89-CCBB-64B8-B94500D7C182}"/>
              </a:ext>
            </a:extLst>
          </p:cNvPr>
          <p:cNvSpPr txBox="1"/>
          <p:nvPr/>
        </p:nvSpPr>
        <p:spPr>
          <a:xfrm>
            <a:off x="3774817" y="4549429"/>
            <a:ext cx="10377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1    2    3</a:t>
            </a:r>
          </a:p>
          <a:p>
            <a:r>
              <a:rPr lang="en-US" dirty="0">
                <a:cs typeface="Calibri"/>
              </a:rPr>
              <a:t>4    5    6</a:t>
            </a:r>
          </a:p>
          <a:p>
            <a:r>
              <a:rPr lang="en-US" dirty="0">
                <a:cs typeface="Calibri"/>
              </a:rPr>
              <a:t>7    8    9</a:t>
            </a:r>
          </a:p>
        </p:txBody>
      </p:sp>
      <p:sp>
        <p:nvSpPr>
          <p:cNvPr id="13" name="Double Bracket 12">
            <a:extLst>
              <a:ext uri="{FF2B5EF4-FFF2-40B4-BE49-F238E27FC236}">
                <a16:creationId xmlns:a16="http://schemas.microsoft.com/office/drawing/2014/main" id="{764120B5-D677-956A-4208-7C12CF696906}"/>
              </a:ext>
            </a:extLst>
          </p:cNvPr>
          <p:cNvSpPr/>
          <p:nvPr/>
        </p:nvSpPr>
        <p:spPr>
          <a:xfrm>
            <a:off x="3693175" y="4549429"/>
            <a:ext cx="1079500" cy="8799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9C8555-C069-E606-E732-44A59FCD1318}"/>
              </a:ext>
            </a:extLst>
          </p:cNvPr>
          <p:cNvSpPr txBox="1"/>
          <p:nvPr/>
        </p:nvSpPr>
        <p:spPr>
          <a:xfrm>
            <a:off x="6253035" y="4789496"/>
            <a:ext cx="5697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A</a:t>
            </a:r>
            <a:r>
              <a:rPr lang="en-US" baseline="30000" dirty="0">
                <a:ea typeface="Calibri"/>
                <a:cs typeface="Calibri"/>
              </a:rPr>
              <a:t>T</a:t>
            </a:r>
            <a:r>
              <a:rPr lang="en-US" dirty="0">
                <a:ea typeface="Calibri"/>
                <a:cs typeface="Calibri"/>
              </a:rPr>
              <a:t> =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46784D-CC1E-6174-7575-938FE651F107}"/>
              </a:ext>
            </a:extLst>
          </p:cNvPr>
          <p:cNvSpPr txBox="1"/>
          <p:nvPr/>
        </p:nvSpPr>
        <p:spPr>
          <a:xfrm>
            <a:off x="6952914" y="4568014"/>
            <a:ext cx="10377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1    4    7</a:t>
            </a:r>
          </a:p>
          <a:p>
            <a:r>
              <a:rPr lang="en-US" dirty="0">
                <a:cs typeface="Calibri"/>
              </a:rPr>
              <a:t>2    5    8</a:t>
            </a:r>
          </a:p>
          <a:p>
            <a:r>
              <a:rPr lang="en-US" dirty="0">
                <a:cs typeface="Calibri"/>
              </a:rPr>
              <a:t>3    6    9</a:t>
            </a:r>
          </a:p>
        </p:txBody>
      </p:sp>
      <p:sp>
        <p:nvSpPr>
          <p:cNvPr id="16" name="Double Bracket 15">
            <a:extLst>
              <a:ext uri="{FF2B5EF4-FFF2-40B4-BE49-F238E27FC236}">
                <a16:creationId xmlns:a16="http://schemas.microsoft.com/office/drawing/2014/main" id="{899104A7-8F29-B606-5101-BB86143F4559}"/>
              </a:ext>
            </a:extLst>
          </p:cNvPr>
          <p:cNvSpPr/>
          <p:nvPr/>
        </p:nvSpPr>
        <p:spPr>
          <a:xfrm>
            <a:off x="6871272" y="4568014"/>
            <a:ext cx="1079500" cy="879929"/>
          </a:xfrm>
          <a:prstGeom prst="bracketPair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782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D6819-0471-0720-D403-FF115AA6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Vector Norms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08E51-002A-E57D-0687-2B31F2D2C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174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Vector norms measure the magnitude of a vector</a:t>
            </a:r>
          </a:p>
          <a:p>
            <a:r>
              <a:rPr lang="en-US" dirty="0">
                <a:cs typeface="Calibri"/>
              </a:rPr>
              <a:t>Consider X = [x</a:t>
            </a:r>
            <a:r>
              <a:rPr lang="en-US" baseline="-25000" dirty="0">
                <a:cs typeface="Calibri"/>
              </a:rPr>
              <a:t>1</a:t>
            </a:r>
            <a:r>
              <a:rPr lang="en-US" dirty="0">
                <a:cs typeface="Calibri"/>
              </a:rPr>
              <a:t>, x</a:t>
            </a:r>
            <a:r>
              <a:rPr lang="en-US" baseline="-25000" dirty="0">
                <a:cs typeface="Calibri"/>
              </a:rPr>
              <a:t>2</a:t>
            </a:r>
            <a:r>
              <a:rPr lang="en-US" dirty="0">
                <a:cs typeface="Calibri"/>
              </a:rPr>
              <a:t>, …, x</a:t>
            </a:r>
            <a:r>
              <a:rPr lang="en-US" baseline="-25000" dirty="0">
                <a:cs typeface="Calibri"/>
              </a:rPr>
              <a:t>i</a:t>
            </a:r>
            <a:r>
              <a:rPr lang="en-US" dirty="0">
                <a:cs typeface="Calibri"/>
              </a:rPr>
              <a:t>, …, </a:t>
            </a:r>
            <a:r>
              <a:rPr lang="en-US" err="1">
                <a:cs typeface="Calibri"/>
              </a:rPr>
              <a:t>x</a:t>
            </a:r>
            <a:r>
              <a:rPr lang="en-US" baseline="-25000" err="1">
                <a:cs typeface="Calibri"/>
              </a:rPr>
              <a:t>m</a:t>
            </a:r>
            <a:r>
              <a:rPr lang="en-US" dirty="0">
                <a:cs typeface="Calibri"/>
              </a:rPr>
              <a:t>]</a:t>
            </a:r>
          </a:p>
          <a:p>
            <a:pPr lvl="1"/>
            <a:endParaRPr lang="en-US" dirty="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C97601-AA8E-B2E1-F48E-00CF3DD37C50}"/>
              </a:ext>
            </a:extLst>
          </p:cNvPr>
          <p:cNvSpPr txBox="1"/>
          <p:nvPr/>
        </p:nvSpPr>
        <p:spPr>
          <a:xfrm>
            <a:off x="4050681" y="3026627"/>
            <a:ext cx="383044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cs typeface="Calibri"/>
              </a:rPr>
              <a:t>L</a:t>
            </a:r>
            <a:r>
              <a:rPr lang="en-US" sz="2800" baseline="-25000" dirty="0">
                <a:cs typeface="Calibri"/>
              </a:rPr>
              <a:t>P</a:t>
            </a:r>
            <a:r>
              <a:rPr lang="en-US" sz="2800" dirty="0">
                <a:cs typeface="Calibri"/>
              </a:rPr>
              <a:t> = ||X||</a:t>
            </a:r>
            <a:r>
              <a:rPr lang="en-US" sz="2800" baseline="-25000" dirty="0">
                <a:cs typeface="Calibri"/>
              </a:rPr>
              <a:t>P</a:t>
            </a:r>
            <a:r>
              <a:rPr lang="en-US" sz="2800" dirty="0">
                <a:cs typeface="Calibri"/>
              </a:rPr>
              <a:t> =  (</a:t>
            </a:r>
            <a:r>
              <a:rPr lang="en-US" sz="2800" err="1">
                <a:cs typeface="Calibri"/>
              </a:rPr>
              <a:t>Σ|x</a:t>
            </a:r>
            <a:r>
              <a:rPr lang="en-US" sz="2800" baseline="-25000" err="1">
                <a:cs typeface="Calibri"/>
              </a:rPr>
              <a:t>i</a:t>
            </a:r>
            <a:r>
              <a:rPr lang="en-US" sz="2800" err="1">
                <a:cs typeface="Calibri"/>
              </a:rPr>
              <a:t>|</a:t>
            </a:r>
            <a:r>
              <a:rPr lang="en-US" sz="2800" baseline="30000" err="1">
                <a:cs typeface="Calibri"/>
              </a:rPr>
              <a:t>P</a:t>
            </a:r>
            <a:r>
              <a:rPr lang="en-US" sz="2800" dirty="0">
                <a:cs typeface="Calibri"/>
              </a:rPr>
              <a:t>)</a:t>
            </a:r>
            <a:r>
              <a:rPr lang="en-US" sz="2800" baseline="30000" dirty="0">
                <a:cs typeface="Calibri"/>
              </a:rPr>
              <a:t>1/P</a:t>
            </a:r>
            <a:endParaRPr lang="en-US" sz="2800" baseline="30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06C17-D26D-9776-F488-E07184348A96}"/>
              </a:ext>
            </a:extLst>
          </p:cNvPr>
          <p:cNvSpPr txBox="1"/>
          <p:nvPr/>
        </p:nvSpPr>
        <p:spPr>
          <a:xfrm>
            <a:off x="1251724" y="3898280"/>
            <a:ext cx="76125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L1 norm or Manhattan Norm : ||X||</a:t>
            </a:r>
            <a:r>
              <a:rPr lang="en-US" baseline="-25000" dirty="0">
                <a:cs typeface="Calibri"/>
              </a:rPr>
              <a:t>1</a:t>
            </a:r>
            <a:r>
              <a:rPr lang="en-US" dirty="0">
                <a:cs typeface="Calibri"/>
              </a:rPr>
              <a:t> = (|x</a:t>
            </a:r>
            <a:r>
              <a:rPr lang="en-US" baseline="-25000" dirty="0">
                <a:cs typeface="Calibri"/>
              </a:rPr>
              <a:t>1</a:t>
            </a:r>
            <a:r>
              <a:rPr lang="en-US" dirty="0">
                <a:cs typeface="Calibri"/>
              </a:rPr>
              <a:t>| + |x</a:t>
            </a:r>
            <a:r>
              <a:rPr lang="en-US" baseline="-25000" dirty="0">
                <a:cs typeface="Calibri"/>
              </a:rPr>
              <a:t>2</a:t>
            </a:r>
            <a:r>
              <a:rPr lang="en-US" dirty="0">
                <a:cs typeface="Calibri"/>
              </a:rPr>
              <a:t>| + … + |</a:t>
            </a:r>
            <a:r>
              <a:rPr lang="en-US" dirty="0" err="1">
                <a:cs typeface="Calibri"/>
              </a:rPr>
              <a:t>x</a:t>
            </a:r>
            <a:r>
              <a:rPr lang="en-US" baseline="-25000" dirty="0" err="1">
                <a:cs typeface="Calibri"/>
              </a:rPr>
              <a:t>m</a:t>
            </a:r>
            <a:r>
              <a:rPr lang="en-US" dirty="0">
                <a:cs typeface="Calibri"/>
              </a:rPr>
              <a:t>|)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16A06F-79E0-F3AC-71CE-ABCAC7572FC4}"/>
              </a:ext>
            </a:extLst>
          </p:cNvPr>
          <p:cNvSpPr txBox="1"/>
          <p:nvPr/>
        </p:nvSpPr>
        <p:spPr>
          <a:xfrm>
            <a:off x="1251724" y="4381499"/>
            <a:ext cx="761256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L2 norm or Euclidean Norm :   ||X||</a:t>
            </a:r>
            <a:r>
              <a:rPr lang="en-US" baseline="-25000" dirty="0">
                <a:cs typeface="Calibri"/>
              </a:rPr>
              <a:t>2</a:t>
            </a:r>
            <a:r>
              <a:rPr lang="en-US" dirty="0">
                <a:cs typeface="Calibri"/>
              </a:rPr>
              <a:t> = (|x</a:t>
            </a:r>
            <a:r>
              <a:rPr lang="en-US" baseline="-25000" dirty="0">
                <a:cs typeface="Calibri"/>
              </a:rPr>
              <a:t>1</a:t>
            </a:r>
            <a:r>
              <a:rPr lang="en-US" dirty="0">
                <a:cs typeface="Calibri"/>
              </a:rPr>
              <a:t>|</a:t>
            </a:r>
            <a:r>
              <a:rPr lang="en-US" baseline="30000" dirty="0">
                <a:cs typeface="Calibri"/>
              </a:rPr>
              <a:t>2</a:t>
            </a:r>
            <a:r>
              <a:rPr lang="en-US" dirty="0">
                <a:cs typeface="Calibri"/>
              </a:rPr>
              <a:t> + |x</a:t>
            </a:r>
            <a:r>
              <a:rPr lang="en-US" baseline="-25000" dirty="0">
                <a:cs typeface="Calibri"/>
              </a:rPr>
              <a:t>2</a:t>
            </a:r>
            <a:r>
              <a:rPr lang="en-US" dirty="0">
                <a:cs typeface="Calibri"/>
              </a:rPr>
              <a:t>|</a:t>
            </a:r>
            <a:r>
              <a:rPr lang="en-US" baseline="30000" dirty="0">
                <a:cs typeface="Calibri"/>
              </a:rPr>
              <a:t>2</a:t>
            </a:r>
            <a:r>
              <a:rPr lang="en-US" dirty="0">
                <a:cs typeface="Calibri"/>
              </a:rPr>
              <a:t> + … + |x</a:t>
            </a:r>
            <a:r>
              <a:rPr lang="en-US" baseline="-25000" dirty="0">
                <a:cs typeface="Calibri"/>
              </a:rPr>
              <a:t>m</a:t>
            </a:r>
            <a:r>
              <a:rPr lang="en-US" dirty="0">
                <a:cs typeface="Calibri"/>
              </a:rPr>
              <a:t>|</a:t>
            </a:r>
            <a:r>
              <a:rPr lang="en-US" baseline="30000" dirty="0">
                <a:cs typeface="Calibri"/>
              </a:rPr>
              <a:t>2</a:t>
            </a:r>
            <a:r>
              <a:rPr lang="en-US" dirty="0">
                <a:cs typeface="Calibri"/>
              </a:rPr>
              <a:t>)</a:t>
            </a:r>
            <a:r>
              <a:rPr lang="en-US" baseline="30000" dirty="0">
                <a:cs typeface="Calibri"/>
              </a:rPr>
              <a:t>1/2</a:t>
            </a:r>
            <a:endParaRPr lang="en-US" baseline="30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E73FA-35C0-7F34-3C3E-755DA1EFB03C}"/>
              </a:ext>
            </a:extLst>
          </p:cNvPr>
          <p:cNvSpPr txBox="1"/>
          <p:nvPr/>
        </p:nvSpPr>
        <p:spPr>
          <a:xfrm>
            <a:off x="1251724" y="4920474"/>
            <a:ext cx="92294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Manhattan Distance between X and Y :   ||X - Y||</a:t>
            </a:r>
            <a:r>
              <a:rPr lang="en-US" baseline="-25000" dirty="0">
                <a:cs typeface="Calibri"/>
              </a:rPr>
              <a:t>1</a:t>
            </a:r>
            <a:r>
              <a:rPr lang="en-US" dirty="0">
                <a:cs typeface="Calibri"/>
              </a:rPr>
              <a:t> = (|x</a:t>
            </a:r>
            <a:r>
              <a:rPr lang="en-US" baseline="-25000" dirty="0">
                <a:cs typeface="Calibri"/>
              </a:rPr>
              <a:t>1</a:t>
            </a:r>
            <a:r>
              <a:rPr lang="en-US" dirty="0">
                <a:cs typeface="Calibri"/>
              </a:rPr>
              <a:t> - y</a:t>
            </a:r>
            <a:r>
              <a:rPr lang="en-US" baseline="-25000" dirty="0">
                <a:cs typeface="Calibri"/>
              </a:rPr>
              <a:t>1</a:t>
            </a:r>
            <a:r>
              <a:rPr lang="en-US" dirty="0">
                <a:cs typeface="Calibri"/>
              </a:rPr>
              <a:t>| + |x</a:t>
            </a:r>
            <a:r>
              <a:rPr lang="en-US" baseline="-25000" dirty="0">
                <a:cs typeface="Calibri"/>
              </a:rPr>
              <a:t>2</a:t>
            </a:r>
            <a:r>
              <a:rPr lang="en-US" dirty="0">
                <a:cs typeface="Calibri"/>
              </a:rPr>
              <a:t> - y</a:t>
            </a:r>
            <a:r>
              <a:rPr lang="en-US" baseline="-25000" dirty="0">
                <a:cs typeface="Calibri"/>
              </a:rPr>
              <a:t>2</a:t>
            </a:r>
            <a:r>
              <a:rPr lang="en-US" dirty="0">
                <a:cs typeface="Calibri"/>
              </a:rPr>
              <a:t>| + … + |</a:t>
            </a:r>
            <a:r>
              <a:rPr lang="en-US" dirty="0" err="1">
                <a:cs typeface="Calibri"/>
              </a:rPr>
              <a:t>x</a:t>
            </a:r>
            <a:r>
              <a:rPr lang="en-US" baseline="-25000" dirty="0" err="1">
                <a:cs typeface="Calibri"/>
              </a:rPr>
              <a:t>m</a:t>
            </a:r>
            <a:r>
              <a:rPr lang="en-US" dirty="0" err="1">
                <a:cs typeface="Calibri"/>
              </a:rPr>
              <a:t>-y</a:t>
            </a:r>
            <a:r>
              <a:rPr lang="en-US" baseline="-25000" dirty="0" err="1">
                <a:cs typeface="Calibri"/>
              </a:rPr>
              <a:t>m</a:t>
            </a:r>
            <a:r>
              <a:rPr lang="en-US" dirty="0">
                <a:cs typeface="Calibri"/>
              </a:rPr>
              <a:t>|)</a:t>
            </a:r>
            <a:endParaRPr lang="en-US" baseline="30000" dirty="0"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E1B4A0-F53A-EF41-B1A7-30B12A552F58}"/>
              </a:ext>
            </a:extLst>
          </p:cNvPr>
          <p:cNvSpPr txBox="1"/>
          <p:nvPr/>
        </p:nvSpPr>
        <p:spPr>
          <a:xfrm>
            <a:off x="1251724" y="5385108"/>
            <a:ext cx="92294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Euclidean Distance between X and Y :      ||X - Y||</a:t>
            </a:r>
            <a:r>
              <a:rPr lang="en-US" baseline="-25000" dirty="0">
                <a:cs typeface="Calibri"/>
              </a:rPr>
              <a:t>2</a:t>
            </a:r>
            <a:r>
              <a:rPr lang="en-US" dirty="0">
                <a:cs typeface="Calibri"/>
              </a:rPr>
              <a:t> = (|x</a:t>
            </a:r>
            <a:r>
              <a:rPr lang="en-US" baseline="-25000" dirty="0">
                <a:cs typeface="Calibri"/>
              </a:rPr>
              <a:t>1</a:t>
            </a:r>
            <a:r>
              <a:rPr lang="en-US" dirty="0">
                <a:cs typeface="Calibri"/>
              </a:rPr>
              <a:t> - y</a:t>
            </a:r>
            <a:r>
              <a:rPr lang="en-US" baseline="-25000" dirty="0">
                <a:cs typeface="Calibri"/>
              </a:rPr>
              <a:t>1</a:t>
            </a:r>
            <a:r>
              <a:rPr lang="en-US" dirty="0">
                <a:cs typeface="Calibri"/>
              </a:rPr>
              <a:t>|</a:t>
            </a:r>
            <a:r>
              <a:rPr lang="en-US" baseline="30000" dirty="0">
                <a:cs typeface="Calibri"/>
              </a:rPr>
              <a:t>2</a:t>
            </a:r>
            <a:r>
              <a:rPr lang="en-US" dirty="0">
                <a:cs typeface="Calibri"/>
              </a:rPr>
              <a:t> + |x</a:t>
            </a:r>
            <a:r>
              <a:rPr lang="en-US" baseline="-25000" dirty="0">
                <a:cs typeface="Calibri"/>
              </a:rPr>
              <a:t>2</a:t>
            </a:r>
            <a:r>
              <a:rPr lang="en-US" dirty="0">
                <a:cs typeface="Calibri"/>
              </a:rPr>
              <a:t> - y</a:t>
            </a:r>
            <a:r>
              <a:rPr lang="en-US" baseline="-25000" dirty="0">
                <a:cs typeface="Calibri"/>
              </a:rPr>
              <a:t>2</a:t>
            </a:r>
            <a:r>
              <a:rPr lang="en-US" dirty="0">
                <a:cs typeface="Calibri"/>
              </a:rPr>
              <a:t>|</a:t>
            </a:r>
            <a:r>
              <a:rPr lang="en-US" baseline="30000" dirty="0">
                <a:cs typeface="Calibri"/>
              </a:rPr>
              <a:t>2</a:t>
            </a:r>
            <a:r>
              <a:rPr lang="en-US" dirty="0">
                <a:cs typeface="Calibri"/>
              </a:rPr>
              <a:t> + … + |x</a:t>
            </a:r>
            <a:r>
              <a:rPr lang="en-US" baseline="-25000" dirty="0">
                <a:cs typeface="Calibri"/>
              </a:rPr>
              <a:t>m</a:t>
            </a:r>
            <a:r>
              <a:rPr lang="en-US" dirty="0">
                <a:cs typeface="Calibri"/>
              </a:rPr>
              <a:t>-y</a:t>
            </a:r>
            <a:r>
              <a:rPr lang="en-US" baseline="-25000" dirty="0">
                <a:cs typeface="Calibri"/>
              </a:rPr>
              <a:t>m</a:t>
            </a:r>
            <a:r>
              <a:rPr lang="en-US" dirty="0">
                <a:cs typeface="Calibri"/>
              </a:rPr>
              <a:t>|</a:t>
            </a:r>
            <a:r>
              <a:rPr lang="en-US" baseline="30000" dirty="0">
                <a:cs typeface="Calibri"/>
              </a:rPr>
              <a:t>2</a:t>
            </a:r>
            <a:r>
              <a:rPr lang="en-US" dirty="0">
                <a:cs typeface="Calibri"/>
              </a:rPr>
              <a:t>)</a:t>
            </a:r>
            <a:r>
              <a:rPr lang="en-US" baseline="30000" dirty="0">
                <a:cs typeface="Calibri"/>
              </a:rPr>
              <a:t>1/2</a:t>
            </a:r>
            <a:endParaRPr lang="en-US" baseline="30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3B91DD-1094-C927-8E06-7D60BE55F44F}"/>
              </a:ext>
            </a:extLst>
          </p:cNvPr>
          <p:cNvSpPr txBox="1"/>
          <p:nvPr/>
        </p:nvSpPr>
        <p:spPr>
          <a:xfrm>
            <a:off x="1304693" y="594545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Unit Vector : ||X||</a:t>
            </a:r>
            <a:r>
              <a:rPr lang="en-US" baseline="-25000" dirty="0">
                <a:cs typeface="Calibri"/>
              </a:rPr>
              <a:t>2</a:t>
            </a:r>
            <a:r>
              <a:rPr lang="en-US" dirty="0">
                <a:cs typeface="Calibri"/>
              </a:rPr>
              <a:t> = 1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351020-3A24-7C1C-3B7A-ECEA7B20F522}"/>
              </a:ext>
            </a:extLst>
          </p:cNvPr>
          <p:cNvSpPr txBox="1"/>
          <p:nvPr/>
        </p:nvSpPr>
        <p:spPr>
          <a:xfrm>
            <a:off x="4957646" y="5949175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Normalize X : X ÷ ||X||</a:t>
            </a:r>
            <a:r>
              <a:rPr lang="en-US" baseline="-25000" dirty="0">
                <a:cs typeface="Calibr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37064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82266-73F7-DE24-C842-3DA68132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Resources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8B030-3EF3-6F8B-D7C4-5C2F71CA0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  <a:hlinkClick r:id="rId2"/>
              </a:rPr>
              <a:t>List of Linear Algebra Basics for Deep Learning</a:t>
            </a:r>
            <a:endParaRPr lang="en-US">
              <a:cs typeface="Calibri"/>
            </a:endParaRPr>
          </a:p>
          <a:p>
            <a:r>
              <a:rPr lang="en-US" dirty="0">
                <a:cs typeface="Calibri" panose="020F0502020204030204"/>
                <a:hlinkClick r:id="rId3"/>
              </a:rPr>
              <a:t>Prof. Rouzzi's course on Machine Learning</a:t>
            </a:r>
          </a:p>
          <a:p>
            <a:r>
              <a:rPr lang="en-US" dirty="0">
                <a:ea typeface="Calibri" panose="020F0502020204030204"/>
                <a:cs typeface="Calibri"/>
                <a:hlinkClick r:id="rId4"/>
              </a:rPr>
              <a:t>Calculus for deep learning</a:t>
            </a:r>
            <a:endParaRPr lang="en-US" dirty="0">
              <a:ea typeface="Calibri" panose="020F0502020204030204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7798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</TotalTime>
  <Words>1222</Words>
  <Application>Microsoft Macintosh PowerPoint</Application>
  <PresentationFormat>Widescreen</PresentationFormat>
  <Paragraphs>333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office theme</vt:lpstr>
      <vt:lpstr>Linear Algebra for Deep Learning</vt:lpstr>
      <vt:lpstr>Digit Classification with Logistic Regression</vt:lpstr>
      <vt:lpstr>Mathematical Objects in Linear Algebra</vt:lpstr>
      <vt:lpstr>Matrix-Scalar Operations</vt:lpstr>
      <vt:lpstr>Matrix-Scalar Operations : Examples</vt:lpstr>
      <vt:lpstr>Matrix-Matrix Operations : Addition</vt:lpstr>
      <vt:lpstr>Matrix-Matrix Operations : Multiplication</vt:lpstr>
      <vt:lpstr>Matrix-Matrix operations : Examples</vt:lpstr>
      <vt:lpstr>Some properties of these Operations</vt:lpstr>
      <vt:lpstr>Identity Matrix</vt:lpstr>
      <vt:lpstr>Inverse and Transpose</vt:lpstr>
      <vt:lpstr>Vector Norms</vt:lpstr>
      <vt:lpstr>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Vasireddy, Siva Sai Nagender</cp:lastModifiedBy>
  <cp:revision>1120</cp:revision>
  <dcterms:created xsi:type="dcterms:W3CDTF">2023-06-11T15:16:47Z</dcterms:created>
  <dcterms:modified xsi:type="dcterms:W3CDTF">2025-06-16T15:49:30Z</dcterms:modified>
</cp:coreProperties>
</file>