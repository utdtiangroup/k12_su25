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57"/>
    <p:restoredTop sz="94664"/>
  </p:normalViewPr>
  <p:slideViewPr>
    <p:cSldViewPr snapToGrid="0">
      <p:cViewPr varScale="1">
        <p:scale>
          <a:sx n="112" d="100"/>
          <a:sy n="112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71E2-3F62-A90F-97A9-D2D95445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B4FFB-AC43-77F1-D339-43590E2B9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CA54-F74D-0798-5358-9330F18D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159D6-2803-C804-F860-D749B2A3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EA5D8-9A5E-08BA-1979-09BDEBD5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6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CAF1-20C0-2372-D4C2-3EFB871A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117E4-F796-4DE9-D048-AA234428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DA5CD-87F9-3551-085B-925EE9E9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5675-0B90-1302-98F4-CADE885B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550E-0D22-184B-4B9D-F104706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F80C-AA95-528D-A15F-F5D34D5A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DF513-1575-860F-E4E8-8BE41C33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4438-4B4A-E53E-5DCF-46E7BC91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3AEB-DC04-2A87-9E84-6A0B7EF7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DE5F-8837-21F5-D2BD-917A7EB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5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5926-25D8-4461-BC2D-46257517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27F9-19BA-20E1-73E8-E44DC2543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4BBC5-0CD2-54FB-89F5-F807F438F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6BF9-08D7-6674-221B-BA26AF6B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705DB-A7DA-3130-D191-6CC3AB4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F12FE-7638-AB2F-746C-B566C4BE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0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CBBE-0AB9-90F5-76F6-994105E2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F55B4-4764-3B1E-34D5-7FFE36481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74BE1-CB56-A6F7-3274-C01346CC7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D5471-A893-271E-96C2-07514A054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649FA-4DD4-2AC7-8278-45BFCEF60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7E21E-E9FC-9258-B791-5F8B5148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7448E-072B-3EE4-E7B0-4E82F6D1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32F3F-D8E3-2D26-32AA-940221BB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892D-CEC9-490C-6692-C916CC7C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25629-19CB-7B8F-AF8F-7F2239C4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9D172-8A6F-A0A0-9101-EAAB2B3C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EF2A2-0DF7-62B5-C6B8-582E6B5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3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F854F-3D64-736B-B8D5-DF060AFC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5A780-7443-A7DF-B284-203A766B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55259-3B82-C183-F42D-D33AC95E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DAA2-9191-B00D-8A62-BF01C9BC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7CA0-8BAE-EFEC-695A-36A03A55F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570D6-7E72-5EFE-D4A6-8E5AE0E19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60BA2-EFAE-3ABE-7657-D499C9DA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6C3A-CC62-2832-4EDC-2B92A250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6F468-9062-6999-4486-F7AA02D0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8D95-343D-06A5-5FB0-5C9FBF24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9FCD4-AF3D-ABF8-D4BF-8CD7F7201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AE368-0FE1-094F-0B51-0BBBCF8EB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C16A0-42B7-3C5B-9A42-D6E4F496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AFD90-A6C2-C101-9653-D474B101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B7BC6-C8ED-390B-1E1E-6D3FD2B7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259E-A373-9EA4-1593-490CBFB4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8F2DD-835F-DF2D-84EB-E8DDE8F5C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A94AF-C03F-6BBD-E8ED-469D7B5B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0A30-ABAB-389B-9A63-51DD6985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B99F7-AE8F-5CE5-7068-D4273134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4545D-E914-ADD6-CF66-8A2BB5922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0F9FE-01C1-5AF1-32B2-48B96ADBF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0D10-37F5-EA16-85E2-6B8BF867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00CDB-9DE9-02C0-70DD-1723731E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52A4D-432E-FD46-3306-60EC0183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16D5D-6961-DAD7-554E-A29DDAD4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533E2-5A35-6CC2-EAF4-B010A5B3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647B-81B7-47C6-20A2-A201B82BC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BC34-C13C-2419-A9FA-BA2EC04E6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0AD88-7522-ED9B-2DD4-606319D12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7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cv.ucf.edu/data/UCF101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2589-5DA4-785E-63BE-6EFAE1531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Attention Modules on UCF-101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58847-7791-028B-436E-36A33F59E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4</a:t>
            </a:r>
          </a:p>
        </p:txBody>
      </p:sp>
    </p:spTree>
    <p:extLst>
      <p:ext uri="{BB962C8B-B14F-4D97-AF65-F5344CB8AC3E}">
        <p14:creationId xmlns:p14="http://schemas.microsoft.com/office/powerpoint/2010/main" val="138526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F0DE-AEC4-AD97-F28E-558A5FC5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7CA2-088F-011E-B9C5-34D0D0E6A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 Deep Neural Network with Attention Modules to classify videos in the </a:t>
            </a:r>
            <a:r>
              <a:rPr lang="en-US" dirty="0">
                <a:hlinkClick r:id="rId2"/>
              </a:rPr>
              <a:t>UCF-101 Dataset</a:t>
            </a:r>
            <a:r>
              <a:rPr lang="en-US" dirty="0"/>
              <a:t>.</a:t>
            </a:r>
          </a:p>
          <a:p>
            <a:r>
              <a:rPr lang="en-US" dirty="0"/>
              <a:t>Write a custom PyTorch Class for the above Deep Neural Network.</a:t>
            </a:r>
          </a:p>
          <a:p>
            <a:r>
              <a:rPr lang="en-US" dirty="0"/>
              <a:t>Write a </a:t>
            </a:r>
            <a:r>
              <a:rPr lang="en-US" dirty="0" err="1"/>
              <a:t>dataloader</a:t>
            </a:r>
            <a:r>
              <a:rPr lang="en-US" dirty="0"/>
              <a:t> class for the UCF-101 dataset.</a:t>
            </a:r>
          </a:p>
          <a:p>
            <a:r>
              <a:rPr lang="en-US" dirty="0"/>
              <a:t>Write methods to train and evaluate the above DNN on UCF-101 dataset.</a:t>
            </a:r>
          </a:p>
          <a:p>
            <a:r>
              <a:rPr lang="en-US" dirty="0"/>
              <a:t>Train your DNN and report the best performance you could obtain.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03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70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Training Attention Modules on UCF-101</vt:lpstr>
      <vt:lpstr>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17</cp:revision>
  <dcterms:created xsi:type="dcterms:W3CDTF">2025-06-16T15:19:00Z</dcterms:created>
  <dcterms:modified xsi:type="dcterms:W3CDTF">2025-07-07T15:09:23Z</dcterms:modified>
</cp:coreProperties>
</file>